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Compare Two Events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vent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 A</a:t>
            </a:r>
          </a:p>
          <a:p>
            <a:pPr algn="l"/>
            <a:endParaRPr lang="en-US"/>
          </a:p>
        </p:txBody>
      </p:sp>
      <p:sp>
        <p:nvSpPr>
          <p:cNvPr id="8" name="Event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 B</a:t>
            </a:r>
          </a:p>
          <a:p>
            <a:pPr algn="l"/>
            <a:endParaRPr lang="en-US"/>
          </a:p>
        </p:txBody>
      </p:sp>
      <p:sp>
        <p:nvSpPr>
          <p:cNvPr id="9" name="What caused it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10" name="Key People / Groups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Key People / Groups</a:t>
            </a:r>
          </a:p>
          <a:p>
            <a:pPr algn="l"/>
            <a:endParaRPr lang="en-US"/>
          </a:p>
        </p:txBody>
      </p:sp>
      <p:sp>
        <p:nvSpPr>
          <p:cNvPr id="11" name="Similarities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Similarities</a:t>
            </a:r>
          </a:p>
          <a:p>
            <a:pPr algn="l"/>
            <a:endParaRPr lang="en-US"/>
          </a:p>
        </p:txBody>
      </p:sp>
      <p:sp>
        <p:nvSpPr>
          <p:cNvPr id="12" name="Differences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Differences</a:t>
            </a:r>
          </a:p>
          <a:p>
            <a:pPr algn="l"/>
            <a:endParaRPr lang="en-US"/>
          </a:p>
        </p:txBody>
      </p:sp>
      <p:sp>
        <p:nvSpPr>
          <p:cNvPr id="13" name="What caused it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14" name="Key People / Groups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Key People / Groups</a:t>
            </a:r>
          </a:p>
          <a:p>
            <a:pPr algn="l"/>
            <a:endParaRPr lang="en-US"/>
          </a:p>
        </p:txBody>
      </p:sp>
      <p:sp>
        <p:nvSpPr>
          <p:cNvPr id="15" name="Outcomes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Outcomes</a:t>
            </a:r>
          </a:p>
          <a:p>
            <a:pPr algn="l"/>
            <a:endParaRPr lang="en-US"/>
          </a:p>
        </p:txBody>
      </p:sp>
      <p:sp>
        <p:nvSpPr>
          <p:cNvPr id="16" name="Historical Significance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Historical Significance</a:t>
            </a:r>
          </a:p>
          <a:p>
            <a:pPr algn="l"/>
            <a:endParaRPr lang="en-US"/>
          </a:p>
        </p:txBody>
      </p:sp>
      <p:sp>
        <p:nvSpPr>
          <p:cNvPr id="17" name="Which comparison matters most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Which comparison matters most?</a:t>
            </a:r>
          </a:p>
          <a:p>
            <a:pPr algn="l"/>
            <a:endParaRPr lang="en-US"/>
          </a:p>
        </p:txBody>
      </p:sp>
      <p:sp>
        <p:nvSpPr>
          <p:cNvPr id="18" name="Outcomes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Outcomes</a:t>
            </a:r>
          </a:p>
          <a:p>
            <a:pPr algn="l"/>
            <a:endParaRPr lang="en-US"/>
          </a:p>
        </p:txBody>
      </p:sp>
      <p:sp>
        <p:nvSpPr>
          <p:cNvPr id="19" name="Historical Significance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Historical Significance</a:t>
            </a:r>
          </a:p>
          <a:p>
            <a:pPr algn="l"/>
            <a:endParaRPr lang="en-US"/>
          </a:p>
        </p:txBody>
      </p:sp>
      <p:sp>
        <p:nvSpPr>
          <p:cNvPr id="20" name="Evidence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Comparar dos eventos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vento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Evento A</a:t>
            </a:r>
          </a:p>
          <a:p>
            <a:pPr algn="l"/>
            <a:endParaRPr lang="en-US"/>
          </a:p>
        </p:txBody>
      </p:sp>
      <p:sp>
        <p:nvSpPr>
          <p:cNvPr id="8" name="Evento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Evento B</a:t>
            </a:r>
          </a:p>
          <a:p>
            <a:pPr algn="l"/>
            <a:endParaRPr lang="en-US"/>
          </a:p>
        </p:txBody>
      </p:sp>
      <p:sp>
        <p:nvSpPr>
          <p:cNvPr id="9" name="¿Qué lo causó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10" name="Personas / grupos clave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1" name="Similitudes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Similitudes</a:t>
            </a:r>
          </a:p>
          <a:p>
            <a:pPr algn="l"/>
            <a:endParaRPr lang="en-US"/>
          </a:p>
        </p:txBody>
      </p:sp>
      <p:sp>
        <p:nvSpPr>
          <p:cNvPr id="12" name="Diferencias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Diferencias</a:t>
            </a:r>
          </a:p>
          <a:p>
            <a:pPr algn="l"/>
            <a:endParaRPr lang="en-US"/>
          </a:p>
        </p:txBody>
      </p:sp>
      <p:sp>
        <p:nvSpPr>
          <p:cNvPr id="13" name="¿Qué lo causó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14" name="Personas / grupos clave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5" name="Resultados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Resultados</a:t>
            </a:r>
          </a:p>
          <a:p>
            <a:pPr algn="l"/>
            <a:endParaRPr lang="en-US"/>
          </a:p>
        </p:txBody>
      </p:sp>
      <p:sp>
        <p:nvSpPr>
          <p:cNvPr id="16" name="Importancia histórica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sp>
        <p:nvSpPr>
          <p:cNvPr id="17" name="¿Qué comparación importa más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comparación importa más?</a:t>
            </a:r>
          </a:p>
          <a:p>
            <a:pPr algn="l"/>
            <a:endParaRPr lang="en-US"/>
          </a:p>
        </p:txBody>
      </p:sp>
      <p:sp>
        <p:nvSpPr>
          <p:cNvPr id="18" name="Resultados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Resultados</a:t>
            </a:r>
          </a:p>
          <a:p>
            <a:pPr algn="l"/>
            <a:endParaRPr lang="en-US"/>
          </a:p>
        </p:txBody>
      </p:sp>
      <p:sp>
        <p:nvSpPr>
          <p:cNvPr id="19" name="Importancia histórica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sp>
        <p:nvSpPr>
          <p:cNvPr id="20" name="Evidencia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So sánh hai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ự kiện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Sự kiện A</a:t>
            </a:r>
          </a:p>
          <a:p>
            <a:pPr algn="l"/>
            <a:endParaRPr lang="en-US"/>
          </a:p>
        </p:txBody>
      </p:sp>
      <p:sp>
        <p:nvSpPr>
          <p:cNvPr id="8" name="Sự kiện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Sự kiện B</a:t>
            </a:r>
          </a:p>
          <a:p>
            <a:pPr algn="l"/>
            <a:endParaRPr lang="en-US"/>
          </a:p>
        </p:txBody>
      </p:sp>
      <p:sp>
        <p:nvSpPr>
          <p:cNvPr id="9" name="Điều gì gây ra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10" name="Nhân vật / nhóm chính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1" name="Điểm giống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Điểm giống</a:t>
            </a:r>
          </a:p>
          <a:p>
            <a:pPr algn="l"/>
            <a:endParaRPr lang="en-US"/>
          </a:p>
        </p:txBody>
      </p:sp>
      <p:sp>
        <p:nvSpPr>
          <p:cNvPr id="12" name="Điểm khác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Điểm khác</a:t>
            </a:r>
          </a:p>
          <a:p>
            <a:pPr algn="l"/>
            <a:endParaRPr lang="en-US"/>
          </a:p>
        </p:txBody>
      </p:sp>
      <p:sp>
        <p:nvSpPr>
          <p:cNvPr id="13" name="Điều gì gây ra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14" name="Nhân vật / nhóm chính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5" name="Kết quả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6" name="Ý nghĩa lịch sử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sp>
        <p:nvSpPr>
          <p:cNvPr id="17" name="So sánh nào quan trọng nhất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 sánh nào quan trọng nhất?</a:t>
            </a:r>
          </a:p>
          <a:p>
            <a:pPr algn="l"/>
            <a:endParaRPr lang="en-US"/>
          </a:p>
        </p:txBody>
      </p:sp>
      <p:sp>
        <p:nvSpPr>
          <p:cNvPr id="18" name="Kết quả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9" name="Ý nghĩa lịch sử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sp>
        <p:nvSpPr>
          <p:cNvPr id="20" name="Bằng chứng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比较两个事件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事件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事件 A</a:t>
            </a:r>
          </a:p>
          <a:p>
            <a:pPr algn="l"/>
            <a:endParaRPr lang="en-US"/>
          </a:p>
        </p:txBody>
      </p:sp>
      <p:sp>
        <p:nvSpPr>
          <p:cNvPr id="8" name="事件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事件 B</a:t>
            </a:r>
          </a:p>
          <a:p>
            <a:pPr algn="l"/>
            <a:endParaRPr lang="en-US"/>
          </a:p>
        </p:txBody>
      </p:sp>
      <p:sp>
        <p:nvSpPr>
          <p:cNvPr id="9" name="是什么导致的？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10" name="关键人物 / 群体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1" name="相似点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相似点</a:t>
            </a:r>
          </a:p>
          <a:p>
            <a:pPr algn="l"/>
            <a:endParaRPr lang="en-US"/>
          </a:p>
        </p:txBody>
      </p:sp>
      <p:sp>
        <p:nvSpPr>
          <p:cNvPr id="12" name="不同点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不同点</a:t>
            </a:r>
          </a:p>
          <a:p>
            <a:pPr algn="l"/>
            <a:endParaRPr lang="en-US"/>
          </a:p>
        </p:txBody>
      </p:sp>
      <p:sp>
        <p:nvSpPr>
          <p:cNvPr id="13" name="是什么导致的？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14" name="关键人物 / 群体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5" name="结果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6" name="历史意义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sp>
        <p:nvSpPr>
          <p:cNvPr id="17" name="哪项比较最重要？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哪项比较最重要？</a:t>
            </a:r>
          </a:p>
          <a:p>
            <a:pPr algn="l"/>
            <a:endParaRPr lang="en-US"/>
          </a:p>
        </p:txBody>
      </p:sp>
      <p:sp>
        <p:nvSpPr>
          <p:cNvPr id="18" name="结果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9" name="历史意义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sp>
        <p:nvSpPr>
          <p:cNvPr id="20" name="证据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दो घटनाओं की तुलना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घटना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घटना A</a:t>
            </a:r>
          </a:p>
          <a:p>
            <a:pPr algn="l"/>
            <a:endParaRPr lang="en-US"/>
          </a:p>
        </p:txBody>
      </p:sp>
      <p:sp>
        <p:nvSpPr>
          <p:cNvPr id="8" name="घटना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घटना B</a:t>
            </a:r>
          </a:p>
          <a:p>
            <a:pPr algn="l"/>
            <a:endParaRPr lang="en-US"/>
          </a:p>
        </p:txBody>
      </p:sp>
      <p:sp>
        <p:nvSpPr>
          <p:cNvPr id="9" name="यह क्यों हुआ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10" name="मुख्य लोग / समूह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1" name="समानताएँ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समानताएँ</a:t>
            </a:r>
          </a:p>
          <a:p>
            <a:pPr algn="l"/>
            <a:endParaRPr lang="en-US"/>
          </a:p>
        </p:txBody>
      </p:sp>
      <p:sp>
        <p:nvSpPr>
          <p:cNvPr id="12" name="अंतर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अंतर</a:t>
            </a:r>
          </a:p>
          <a:p>
            <a:pPr algn="l"/>
            <a:endParaRPr lang="en-US"/>
          </a:p>
        </p:txBody>
      </p:sp>
      <p:sp>
        <p:nvSpPr>
          <p:cNvPr id="13" name="यह क्यों हुआ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14" name="मुख्य लोग / समूह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5" name="परिणाम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6" name="ऐतिहासिक महत्व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sp>
        <p:nvSpPr>
          <p:cNvPr id="17" name="कौन-सी तुलना सबसे महत्वपूर्ण है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कौन-सी तुलना सबसे महत्वपूर्ण है?</a:t>
            </a:r>
          </a:p>
          <a:p>
            <a:pPr algn="l"/>
            <a:endParaRPr lang="en-US"/>
          </a:p>
        </p:txBody>
      </p:sp>
      <p:sp>
        <p:nvSpPr>
          <p:cNvPr id="18" name="परिणाम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9" name="ऐतिहासिक महत्व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sp>
        <p:nvSpPr>
          <p:cNvPr id="20" name="प्रमाण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مقارنة حدثين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حدث أ"/>
          <p:cNvSpPr/>
          <p:nvPr/>
        </p:nvSpPr>
        <p:spPr>
          <a:xfrm>
            <a:off x="6398121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الحدث أ</a:t>
            </a:r>
          </a:p>
          <a:p>
            <a:pPr algn="l" rtl="1"/>
            <a:endParaRPr lang="en-US"/>
          </a:p>
        </p:txBody>
      </p:sp>
      <p:sp>
        <p:nvSpPr>
          <p:cNvPr id="8" name="الحدث ب"/>
          <p:cNvSpPr/>
          <p:nvPr/>
        </p:nvSpPr>
        <p:spPr>
          <a:xfrm>
            <a:off x="420886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الحدث ب</a:t>
            </a:r>
          </a:p>
          <a:p>
            <a:pPr algn="l" rtl="1"/>
            <a:endParaRPr lang="en-US"/>
          </a:p>
        </p:txBody>
      </p:sp>
      <p:sp>
        <p:nvSpPr>
          <p:cNvPr id="9" name="ما الذي سببه؟"/>
          <p:cNvSpPr/>
          <p:nvPr/>
        </p:nvSpPr>
        <p:spPr>
          <a:xfrm>
            <a:off x="6398121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10" name="أشخاص / مجموعات رئيسية"/>
          <p:cNvSpPr/>
          <p:nvPr/>
        </p:nvSpPr>
        <p:spPr>
          <a:xfrm>
            <a:off x="6398121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1" name="أوجه التشابه"/>
          <p:cNvSpPr/>
          <p:nvPr/>
        </p:nvSpPr>
        <p:spPr>
          <a:xfrm>
            <a:off x="3733502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أوجه التشابه</a:t>
            </a:r>
          </a:p>
          <a:p>
            <a:pPr algn="l" rtl="1"/>
            <a:endParaRPr lang="en-US"/>
          </a:p>
        </p:txBody>
      </p:sp>
      <p:sp>
        <p:nvSpPr>
          <p:cNvPr id="12" name="أوجه الاختلاف"/>
          <p:cNvSpPr/>
          <p:nvPr/>
        </p:nvSpPr>
        <p:spPr>
          <a:xfrm>
            <a:off x="3733502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أوجه الاختلاف</a:t>
            </a:r>
          </a:p>
          <a:p>
            <a:pPr algn="l" rtl="1"/>
            <a:endParaRPr lang="en-US"/>
          </a:p>
        </p:txBody>
      </p:sp>
      <p:sp>
        <p:nvSpPr>
          <p:cNvPr id="13" name="ما الذي سببه؟"/>
          <p:cNvSpPr/>
          <p:nvPr/>
        </p:nvSpPr>
        <p:spPr>
          <a:xfrm>
            <a:off x="420886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14" name="أشخاص / مجموعات رئيسية"/>
          <p:cNvSpPr/>
          <p:nvPr/>
        </p:nvSpPr>
        <p:spPr>
          <a:xfrm>
            <a:off x="420886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5" name="النتائج"/>
          <p:cNvSpPr/>
          <p:nvPr/>
        </p:nvSpPr>
        <p:spPr>
          <a:xfrm>
            <a:off x="6398121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النتائج</a:t>
            </a:r>
          </a:p>
          <a:p>
            <a:pPr algn="l" rtl="1"/>
            <a:endParaRPr lang="en-US"/>
          </a:p>
        </p:txBody>
      </p:sp>
      <p:sp>
        <p:nvSpPr>
          <p:cNvPr id="16" name="الأهمية التاريخية"/>
          <p:cNvSpPr/>
          <p:nvPr/>
        </p:nvSpPr>
        <p:spPr>
          <a:xfrm>
            <a:off x="6398121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sp>
        <p:nvSpPr>
          <p:cNvPr id="17" name="أي مقارنة هي الأهم؟"/>
          <p:cNvSpPr/>
          <p:nvPr/>
        </p:nvSpPr>
        <p:spPr>
          <a:xfrm>
            <a:off x="3733502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أي مقارنة هي الأهم؟</a:t>
            </a:r>
          </a:p>
          <a:p>
            <a:pPr algn="l" rtl="1"/>
            <a:endParaRPr lang="en-US"/>
          </a:p>
        </p:txBody>
      </p:sp>
      <p:sp>
        <p:nvSpPr>
          <p:cNvPr id="18" name="النتائج"/>
          <p:cNvSpPr/>
          <p:nvPr/>
        </p:nvSpPr>
        <p:spPr>
          <a:xfrm>
            <a:off x="420886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النتائج</a:t>
            </a:r>
          </a:p>
          <a:p>
            <a:pPr algn="l" rtl="1"/>
            <a:endParaRPr lang="en-US"/>
          </a:p>
        </p:txBody>
      </p:sp>
      <p:sp>
        <p:nvSpPr>
          <p:cNvPr id="19" name="الأهمية التاريخية"/>
          <p:cNvSpPr/>
          <p:nvPr/>
        </p:nvSpPr>
        <p:spPr>
          <a:xfrm>
            <a:off x="420886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sp>
        <p:nvSpPr>
          <p:cNvPr id="20" name="الدليل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دو واقعات کا موازنہ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واقعہ الف"/>
          <p:cNvSpPr/>
          <p:nvPr/>
        </p:nvSpPr>
        <p:spPr>
          <a:xfrm>
            <a:off x="6398121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واقعہ الف</a:t>
            </a:r>
          </a:p>
          <a:p>
            <a:pPr algn="l" rtl="1"/>
            <a:endParaRPr lang="en-US"/>
          </a:p>
        </p:txBody>
      </p:sp>
      <p:sp>
        <p:nvSpPr>
          <p:cNvPr id="8" name="واقعہ ب"/>
          <p:cNvSpPr/>
          <p:nvPr/>
        </p:nvSpPr>
        <p:spPr>
          <a:xfrm>
            <a:off x="420886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واقعہ ب</a:t>
            </a:r>
          </a:p>
          <a:p>
            <a:pPr algn="l" rtl="1"/>
            <a:endParaRPr lang="en-US"/>
          </a:p>
        </p:txBody>
      </p:sp>
      <p:sp>
        <p:nvSpPr>
          <p:cNvPr id="9" name="اس کی وجہ کیا تھی؟"/>
          <p:cNvSpPr/>
          <p:nvPr/>
        </p:nvSpPr>
        <p:spPr>
          <a:xfrm>
            <a:off x="6398121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10" name="اہم لوگ / گروہ"/>
          <p:cNvSpPr/>
          <p:nvPr/>
        </p:nvSpPr>
        <p:spPr>
          <a:xfrm>
            <a:off x="6398121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1" name="مماثلتیں"/>
          <p:cNvSpPr/>
          <p:nvPr/>
        </p:nvSpPr>
        <p:spPr>
          <a:xfrm>
            <a:off x="3733502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مماثلتیں</a:t>
            </a:r>
          </a:p>
          <a:p>
            <a:pPr algn="l" rtl="1"/>
            <a:endParaRPr lang="en-US"/>
          </a:p>
        </p:txBody>
      </p:sp>
      <p:sp>
        <p:nvSpPr>
          <p:cNvPr id="12" name="اختلافات"/>
          <p:cNvSpPr/>
          <p:nvPr/>
        </p:nvSpPr>
        <p:spPr>
          <a:xfrm>
            <a:off x="3733502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اختلافات</a:t>
            </a:r>
          </a:p>
          <a:p>
            <a:pPr algn="l" rtl="1"/>
            <a:endParaRPr lang="en-US"/>
          </a:p>
        </p:txBody>
      </p:sp>
      <p:sp>
        <p:nvSpPr>
          <p:cNvPr id="13" name="اس کی وجہ کیا تھی؟"/>
          <p:cNvSpPr/>
          <p:nvPr/>
        </p:nvSpPr>
        <p:spPr>
          <a:xfrm>
            <a:off x="420886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14" name="اہم لوگ / گروہ"/>
          <p:cNvSpPr/>
          <p:nvPr/>
        </p:nvSpPr>
        <p:spPr>
          <a:xfrm>
            <a:off x="420886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5" name="نتائج"/>
          <p:cNvSpPr/>
          <p:nvPr/>
        </p:nvSpPr>
        <p:spPr>
          <a:xfrm>
            <a:off x="6398121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نتائج</a:t>
            </a:r>
          </a:p>
          <a:p>
            <a:pPr algn="l" rtl="1"/>
            <a:endParaRPr lang="en-US"/>
          </a:p>
        </p:txBody>
      </p:sp>
      <p:sp>
        <p:nvSpPr>
          <p:cNvPr id="16" name="تاریخی اہمیت"/>
          <p:cNvSpPr/>
          <p:nvPr/>
        </p:nvSpPr>
        <p:spPr>
          <a:xfrm>
            <a:off x="6398121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sp>
        <p:nvSpPr>
          <p:cNvPr id="17" name="کون سا موازنہ سب سے اہم ہے؟"/>
          <p:cNvSpPr/>
          <p:nvPr/>
        </p:nvSpPr>
        <p:spPr>
          <a:xfrm>
            <a:off x="3733502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کون سا موازنہ سب سے اہم ہے؟</a:t>
            </a:r>
          </a:p>
          <a:p>
            <a:pPr algn="l" rtl="1"/>
            <a:endParaRPr lang="en-US"/>
          </a:p>
        </p:txBody>
      </p:sp>
      <p:sp>
        <p:nvSpPr>
          <p:cNvPr id="18" name="نتائج"/>
          <p:cNvSpPr/>
          <p:nvPr/>
        </p:nvSpPr>
        <p:spPr>
          <a:xfrm>
            <a:off x="420886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نتائج</a:t>
            </a:r>
          </a:p>
          <a:p>
            <a:pPr algn="l" rtl="1"/>
            <a:endParaRPr lang="en-US"/>
          </a:p>
        </p:txBody>
      </p:sp>
      <p:sp>
        <p:nvSpPr>
          <p:cNvPr id="19" name="تاریخی اہمیت"/>
          <p:cNvSpPr/>
          <p:nvPr/>
        </p:nvSpPr>
        <p:spPr>
          <a:xfrm>
            <a:off x="420886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sp>
        <p:nvSpPr>
          <p:cNvPr id="20" name="ثبوت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Compare Two Events — 7 languages</dc:title>
  <dc:creator>Miguel Guhlin / Miguel Guhlin</dc:creator>
  <cp:lastModifiedBy>Miguel Guhlin</cp:lastModifiedBy>
</cp:coreProperties>
</file>