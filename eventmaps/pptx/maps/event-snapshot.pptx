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Snapshot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at caused it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8" name="Why was it important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9" name="What happened in the end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happened in the end?</a:t>
            </a:r>
          </a:p>
          <a:p>
            <a:pPr algn="l"/>
            <a:endParaRPr lang="en-US"/>
          </a:p>
        </p:txBody>
      </p:sp>
      <p:sp>
        <p:nvSpPr>
          <p:cNvPr id="10" name="How did it happen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it happen?</a:t>
            </a:r>
          </a:p>
          <a:p>
            <a:pPr algn="l"/>
            <a:endParaRPr lang="en-US"/>
          </a:p>
        </p:txBody>
      </p:sp>
      <p:sp>
        <p:nvSpPr>
          <p:cNvPr id="11" name="The Event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12" name="When did it happen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3" name="Who was involved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4" name="Where did it happen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15" name="What can you conclude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Instantánea del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Qué lo causó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8" name="¿Por qué fue importante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9" name="¿Qué pasó al final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pasó al final?</a:t>
            </a:r>
          </a:p>
          <a:p>
            <a:pPr algn="l"/>
            <a:endParaRPr lang="en-US"/>
          </a:p>
        </p:txBody>
      </p:sp>
      <p:sp>
        <p:nvSpPr>
          <p:cNvPr id="10" name="¿Cómo ocurrió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ocurrió?</a:t>
            </a:r>
          </a:p>
          <a:p>
            <a:pPr algn="l"/>
            <a:endParaRPr lang="en-US"/>
          </a:p>
        </p:txBody>
      </p:sp>
      <p:sp>
        <p:nvSpPr>
          <p:cNvPr id="11" name="El evento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12" name="¿Cuándo ocurrió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3" name="¿Quiénes participaron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4" name="¿Dónde ocurrió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15" name="¿Qué puedes concluir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Ảnh chụp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iều gì gây ra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8" name="Vì sao quan trọng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9" name="Cuối cùng điều gì xảy ra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Cuối cùng điều gì xảy ra?</a:t>
            </a:r>
          </a:p>
          <a:p>
            <a:pPr algn="l"/>
            <a:endParaRPr lang="en-US"/>
          </a:p>
        </p:txBody>
      </p:sp>
      <p:sp>
        <p:nvSpPr>
          <p:cNvPr id="10" name="Xảy ra như thế nào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như thế nào?</a:t>
            </a:r>
          </a:p>
          <a:p>
            <a:pPr algn="l"/>
            <a:endParaRPr lang="en-US"/>
          </a:p>
        </p:txBody>
      </p:sp>
      <p:sp>
        <p:nvSpPr>
          <p:cNvPr id="11" name="Sự kiện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12" name="Xảy ra khi nào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3" name="Ai tham gia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4" name="Xảy ra ở đâu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15" name="Bạn có thể kết luận gì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事件概览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是什么导致的？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8" name="为什么重要？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9" name="最后发生了什么？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最后发生了什么？</a:t>
            </a:r>
          </a:p>
          <a:p>
            <a:pPr algn="l"/>
            <a:endParaRPr lang="en-US"/>
          </a:p>
        </p:txBody>
      </p:sp>
      <p:sp>
        <p:nvSpPr>
          <p:cNvPr id="10" name="如何发生？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如何发生？</a:t>
            </a:r>
          </a:p>
          <a:p>
            <a:pPr algn="l"/>
            <a:endParaRPr lang="en-US"/>
          </a:p>
        </p:txBody>
      </p:sp>
      <p:sp>
        <p:nvSpPr>
          <p:cNvPr id="11" name="事件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12" name="什么时候发生？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3" name="谁参与了？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4" name="在哪里发生？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15" name="你能得出什么结论？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संक्षेप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क्यों हुआ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8" name="यह महत्वपूर्ण क्यों था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अंत में क्या हुआ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अंत में क्या हुआ?</a:t>
            </a:r>
          </a:p>
          <a:p>
            <a:pPr algn="l"/>
            <a:endParaRPr lang="en-US"/>
          </a:p>
        </p:txBody>
      </p:sp>
      <p:sp>
        <p:nvSpPr>
          <p:cNvPr id="10" name="यह कैसे हुआ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कैसे हुआ?</a:t>
            </a:r>
          </a:p>
          <a:p>
            <a:pPr algn="l"/>
            <a:endParaRPr lang="en-US"/>
          </a:p>
        </p:txBody>
      </p:sp>
      <p:sp>
        <p:nvSpPr>
          <p:cNvPr id="11" name="घटना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12" name="यह कब हुआ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3" name="कौन शामिल था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4" name="यह कहाँ हुआ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15" name="आप क्या निष्कर्ष निकाल सकते हैं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لقطة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ما الذي سببه؟"/>
          <p:cNvSpPr/>
          <p:nvPr/>
        </p:nvSpPr>
        <p:spPr>
          <a:xfrm>
            <a:off x="675813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8" name="لماذا كان مهمًا؟"/>
          <p:cNvSpPr/>
          <p:nvPr/>
        </p:nvSpPr>
        <p:spPr>
          <a:xfrm>
            <a:off x="3373487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9" name="ماذا حدث في النهاية؟"/>
          <p:cNvSpPr/>
          <p:nvPr/>
        </p:nvSpPr>
        <p:spPr>
          <a:xfrm>
            <a:off x="421035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حدث في النهاية؟</a:t>
            </a:r>
          </a:p>
          <a:p>
            <a:pPr algn="l" rtl="1"/>
            <a:endParaRPr lang="en-US"/>
          </a:p>
        </p:txBody>
      </p:sp>
      <p:sp>
        <p:nvSpPr>
          <p:cNvPr id="10" name="كيف حدث؟"/>
          <p:cNvSpPr/>
          <p:nvPr/>
        </p:nvSpPr>
        <p:spPr>
          <a:xfrm>
            <a:off x="675813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حدث؟</a:t>
            </a:r>
          </a:p>
          <a:p>
            <a:pPr algn="l" rtl="1"/>
            <a:endParaRPr lang="en-US"/>
          </a:p>
        </p:txBody>
      </p:sp>
      <p:sp>
        <p:nvSpPr>
          <p:cNvPr id="11" name="الحدث"/>
          <p:cNvSpPr/>
          <p:nvPr/>
        </p:nvSpPr>
        <p:spPr>
          <a:xfrm>
            <a:off x="3373487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12" name="متى حدث؟"/>
          <p:cNvSpPr/>
          <p:nvPr/>
        </p:nvSpPr>
        <p:spPr>
          <a:xfrm>
            <a:off x="421035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3" name="من شارك؟"/>
          <p:cNvSpPr/>
          <p:nvPr/>
        </p:nvSpPr>
        <p:spPr>
          <a:xfrm>
            <a:off x="675813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4" name="أين حدث؟"/>
          <p:cNvSpPr/>
          <p:nvPr/>
        </p:nvSpPr>
        <p:spPr>
          <a:xfrm>
            <a:off x="3373487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15" name="ما الاستنتاج الذي يمكنك الوصول إليه؟"/>
          <p:cNvSpPr/>
          <p:nvPr/>
        </p:nvSpPr>
        <p:spPr>
          <a:xfrm>
            <a:off x="421035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خلاصہ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س کی وجہ کیا تھی؟"/>
          <p:cNvSpPr/>
          <p:nvPr/>
        </p:nvSpPr>
        <p:spPr>
          <a:xfrm>
            <a:off x="675813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8" name="یہ اہم کیوں تھا؟"/>
          <p:cNvSpPr/>
          <p:nvPr/>
        </p:nvSpPr>
        <p:spPr>
          <a:xfrm>
            <a:off x="3373487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9" name="آخر میں کیا ہوا؟"/>
          <p:cNvSpPr/>
          <p:nvPr/>
        </p:nvSpPr>
        <p:spPr>
          <a:xfrm>
            <a:off x="421035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آخر میں کیا ہوا؟</a:t>
            </a:r>
          </a:p>
          <a:p>
            <a:pPr algn="l" rtl="1"/>
            <a:endParaRPr lang="en-US"/>
          </a:p>
        </p:txBody>
      </p:sp>
      <p:sp>
        <p:nvSpPr>
          <p:cNvPr id="10" name="یہ کیسے ہوا؟"/>
          <p:cNvSpPr/>
          <p:nvPr/>
        </p:nvSpPr>
        <p:spPr>
          <a:xfrm>
            <a:off x="675813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کیسے ہوا؟</a:t>
            </a:r>
          </a:p>
          <a:p>
            <a:pPr algn="l" rtl="1"/>
            <a:endParaRPr lang="en-US"/>
          </a:p>
        </p:txBody>
      </p:sp>
      <p:sp>
        <p:nvSpPr>
          <p:cNvPr id="11" name="واقعہ"/>
          <p:cNvSpPr/>
          <p:nvPr/>
        </p:nvSpPr>
        <p:spPr>
          <a:xfrm>
            <a:off x="3373487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12" name="یہ کب ہوا؟"/>
          <p:cNvSpPr/>
          <p:nvPr/>
        </p:nvSpPr>
        <p:spPr>
          <a:xfrm>
            <a:off x="421035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3" name="کون شامل تھا؟"/>
          <p:cNvSpPr/>
          <p:nvPr/>
        </p:nvSpPr>
        <p:spPr>
          <a:xfrm>
            <a:off x="675813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4" name="یہ کہاں ہوا؟"/>
          <p:cNvSpPr/>
          <p:nvPr/>
        </p:nvSpPr>
        <p:spPr>
          <a:xfrm>
            <a:off x="3373487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15" name="آپ کیا نتیجہ نکال سکتے ہیں؟"/>
          <p:cNvSpPr/>
          <p:nvPr/>
        </p:nvSpPr>
        <p:spPr>
          <a:xfrm>
            <a:off x="421035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Snapshot — 7 languages</dc:title>
  <dc:creator>Miguel Guhlin / Miguel Guhlin</dc:creator>
  <cp:lastModifiedBy>Miguel Guhlin</cp:lastModifiedBy>
</cp:coreProperties>
</file>