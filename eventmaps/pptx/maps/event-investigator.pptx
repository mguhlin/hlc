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Investigator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at caused it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8" name="Why was it important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9" name="Outcome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0" name="How did it happen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it happen?</a:t>
            </a:r>
          </a:p>
          <a:p>
            <a:pPr algn="l"/>
            <a:endParaRPr lang="en-US"/>
          </a:p>
        </p:txBody>
      </p:sp>
      <p:sp>
        <p:nvSpPr>
          <p:cNvPr id="11" name="The Event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12" name="When did it happen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3" name="Groups Involved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Groups Involved</a:t>
            </a:r>
          </a:p>
          <a:p>
            <a:pPr algn="l"/>
            <a:endParaRPr lang="en-US"/>
          </a:p>
        </p:txBody>
      </p:sp>
      <p:sp>
        <p:nvSpPr>
          <p:cNvPr id="14" name="Where did it happen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15" name="Important Leader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Investigador de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Resultado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Grupos involucrados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Grupos involucrados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Líder importante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Điều tra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Kết quả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Các nhóm tham gia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Các nhóm tham gia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Lãnh đạo quan trọng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事件调查图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结果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参与群体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参与群体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重要领导者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जाँचकर्ता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परिणाम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शामिल समूह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शामिल समूह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महत्वपूर्ण नेता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محقق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النتيجة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المجموعات المشارك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المجموعات المشاركة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قائد مهم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تفتیشی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نتیجہ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شامل گرو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شامل گروہ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اہم رہنما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Investigator — 7 languages</dc:title>
  <dc:creator>Miguel Guhlin / Miguel Guhlin</dc:creator>
  <cp:lastModifiedBy>Miguel Guhlin</cp:lastModifiedBy>
</cp:coreProperties>
</file>