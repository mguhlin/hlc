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Geography of an Event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hysical Geography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Physical Geography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Human Geography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Human Geography</a:t>
            </a:r>
          </a:p>
          <a:p>
            <a:pPr algn="l"/>
            <a:endParaRPr lang="en-US"/>
          </a:p>
        </p:txBody>
      </p:sp>
      <p:sp>
        <p:nvSpPr>
          <p:cNvPr id="10" name="Resource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Resources</a:t>
            </a:r>
          </a:p>
          <a:p>
            <a:pPr algn="l"/>
            <a:endParaRPr lang="en-US"/>
          </a:p>
        </p:txBody>
      </p:sp>
      <p:sp>
        <p:nvSpPr>
          <p:cNvPr id="11" name="Movement / Route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Movement / Routes</a:t>
            </a:r>
          </a:p>
          <a:p>
            <a:pPr algn="l"/>
            <a:endParaRPr lang="en-US"/>
          </a:p>
        </p:txBody>
      </p:sp>
      <p:sp>
        <p:nvSpPr>
          <p:cNvPr id="12" name="Why did location matter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did location matter?</a:t>
            </a:r>
          </a:p>
          <a:p>
            <a:pPr algn="l"/>
            <a:endParaRPr lang="en-US"/>
          </a:p>
        </p:txBody>
      </p:sp>
      <p:sp>
        <p:nvSpPr>
          <p:cNvPr id="13" name="Geographic Effect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Geographic Effect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Geografía de un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eografía física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física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eografía humana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humana</a:t>
            </a:r>
          </a:p>
          <a:p>
            <a:pPr algn="l"/>
            <a:endParaRPr lang="en-US"/>
          </a:p>
        </p:txBody>
      </p:sp>
      <p:sp>
        <p:nvSpPr>
          <p:cNvPr id="10" name="Recurso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Recursos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Por qué importó la ubicación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importó la ubicación?</a:t>
            </a:r>
          </a:p>
          <a:p>
            <a:pPr algn="l"/>
            <a:endParaRPr lang="en-US"/>
          </a:p>
        </p:txBody>
      </p:sp>
      <p:sp>
        <p:nvSpPr>
          <p:cNvPr id="13" name="Efecto geográfico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geográfico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lý của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ịa lý tự nhiên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ịa lý con người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con người</a:t>
            </a:r>
          </a:p>
          <a:p>
            <a:pPr algn="l"/>
            <a:endParaRPr lang="en-US"/>
          </a:p>
        </p:txBody>
      </p:sp>
      <p:sp>
        <p:nvSpPr>
          <p:cNvPr id="10" name="Tài nguyên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Tài nguyên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Vì sao vị trí quan trọng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vị trí quan trọng?</a:t>
            </a:r>
          </a:p>
          <a:p>
            <a:pPr algn="l"/>
            <a:endParaRPr lang="en-US"/>
          </a:p>
        </p:txBody>
      </p:sp>
      <p:sp>
        <p:nvSpPr>
          <p:cNvPr id="13" name="Tác động địa lý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địa lý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事件地理图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</a:t>
            </a:r>
          </a:p>
          <a:p>
            <a:pPr algn="l"/>
            <a:endParaRPr lang="en-US"/>
          </a:p>
        </p:txBody>
      </p:sp>
      <p:sp>
        <p:nvSpPr>
          <p:cNvPr id="10" name="资源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资源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为什么地点重要？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为什么地点重要？</a:t>
            </a:r>
          </a:p>
          <a:p>
            <a:pPr algn="l"/>
            <a:endParaRPr lang="en-US"/>
          </a:p>
        </p:txBody>
      </p:sp>
      <p:sp>
        <p:nvSpPr>
          <p:cNvPr id="13" name="地理影响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地理影响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का भूगोल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भूगोल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भूगोल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 भूगोल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 भूगोल</a:t>
            </a:r>
          </a:p>
          <a:p>
            <a:pPr algn="l"/>
            <a:endParaRPr lang="en-US"/>
          </a:p>
        </p:txBody>
      </p:sp>
      <p:sp>
        <p:nvSpPr>
          <p:cNvPr id="10" name="संसाधन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संसाधन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क्यों महत्वपूर्ण था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था?</a:t>
            </a:r>
          </a:p>
          <a:p>
            <a:pPr algn="l"/>
            <a:endParaRPr lang="en-US"/>
          </a:p>
        </p:txBody>
      </p:sp>
      <p:sp>
        <p:nvSpPr>
          <p:cNvPr id="13" name="भौगोलिक प्रभाव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भौगोलिक प्रभाव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جغرافية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جغرافيا الطبيعية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جغرافيا البشرية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البشرية</a:t>
            </a:r>
          </a:p>
          <a:p>
            <a:pPr algn="l" rtl="1"/>
            <a:endParaRPr lang="en-US"/>
          </a:p>
        </p:txBody>
      </p:sp>
      <p:sp>
        <p:nvSpPr>
          <p:cNvPr id="10" name="الموارد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الموارد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لماذا كان الموقع مهمً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الموقع مهمًا؟</a:t>
            </a:r>
          </a:p>
          <a:p>
            <a:pPr algn="l" rtl="1"/>
            <a:endParaRPr lang="en-US"/>
          </a:p>
        </p:txBody>
      </p:sp>
      <p:sp>
        <p:nvSpPr>
          <p:cNvPr id="13" name="الأثر الجغرافي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الجغرافي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واقعے کا جغرافیہ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طبعی جغرافیہ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طبعی جغرافیہ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جغرافیہ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جغرافیہ</a:t>
            </a:r>
          </a:p>
          <a:p>
            <a:pPr algn="l" rtl="1"/>
            <a:endParaRPr lang="en-US"/>
          </a:p>
        </p:txBody>
      </p:sp>
      <p:sp>
        <p:nvSpPr>
          <p:cNvPr id="10" name="وسائل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وسائل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مقام کیوں اہم تھ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مقام کیوں اہم تھا؟</a:t>
            </a:r>
          </a:p>
          <a:p>
            <a:pPr algn="l" rtl="1"/>
            <a:endParaRPr lang="en-US"/>
          </a:p>
        </p:txBody>
      </p:sp>
      <p:sp>
        <p:nvSpPr>
          <p:cNvPr id="13" name="جغرافیائی اثر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جغرافیائی اثر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Geography of an Event — 7 languages</dc:title>
  <dc:creator>Miguel Guhlin / Miguel Guhlin</dc:creator>
  <cp:lastModifiedBy>Miguel Guhlin</cp:lastModifiedBy>
</cp:coreProperties>
</file>