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Historical Evidence Dossier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Historical Question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Historical Question</a:t>
            </a:r>
          </a:p>
          <a:p>
            <a:pPr algn="l"/>
            <a:endParaRPr lang="en-US"/>
          </a:p>
        </p:txBody>
      </p:sp>
      <p:sp>
        <p:nvSpPr>
          <p:cNvPr id="8" name="Source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Source 1</a:t>
            </a:r>
          </a:p>
          <a:p>
            <a:pPr algn="l"/>
            <a:endParaRPr lang="en-US"/>
          </a:p>
        </p:txBody>
      </p:sp>
      <p:sp>
        <p:nvSpPr>
          <p:cNvPr id="9" name="Evidence from Source 1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Evidence from Source 1</a:t>
            </a:r>
          </a:p>
          <a:p>
            <a:pPr algn="l"/>
            <a:endParaRPr lang="en-US"/>
          </a:p>
        </p:txBody>
      </p:sp>
      <p:sp>
        <p:nvSpPr>
          <p:cNvPr id="10" name="Reliability / Limitation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Reliability / Limitation</a:t>
            </a:r>
          </a:p>
          <a:p>
            <a:pPr algn="l"/>
            <a:endParaRPr lang="en-US"/>
          </a:p>
        </p:txBody>
      </p:sp>
      <p:sp>
        <p:nvSpPr>
          <p:cNvPr id="11" name="Source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Source 2</a:t>
            </a:r>
          </a:p>
          <a:p>
            <a:pPr algn="l"/>
            <a:endParaRPr lang="en-US"/>
          </a:p>
        </p:txBody>
      </p:sp>
      <p:sp>
        <p:nvSpPr>
          <p:cNvPr id="12" name="Evidence from Source 2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Evidence from Source 2</a:t>
            </a:r>
          </a:p>
          <a:p>
            <a:pPr algn="l"/>
            <a:endParaRPr lang="en-US"/>
          </a:p>
        </p:txBody>
      </p:sp>
      <p:sp>
        <p:nvSpPr>
          <p:cNvPr id="13" name="Reliability / Limitation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Reliability / Limitation</a:t>
            </a:r>
          </a:p>
          <a:p>
            <a:pPr algn="l"/>
            <a:endParaRPr lang="en-US"/>
          </a:p>
        </p:txBody>
      </p:sp>
      <p:sp>
        <p:nvSpPr>
          <p:cNvPr id="14" name="Source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Source 3</a:t>
            </a:r>
          </a:p>
          <a:p>
            <a:pPr algn="l"/>
            <a:endParaRPr lang="en-US"/>
          </a:p>
        </p:txBody>
      </p:sp>
      <p:sp>
        <p:nvSpPr>
          <p:cNvPr id="15" name="Evidence from Source 3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Evidence from Source 3</a:t>
            </a:r>
          </a:p>
          <a:p>
            <a:pPr algn="l"/>
            <a:endParaRPr lang="en-US"/>
          </a:p>
        </p:txBody>
      </p:sp>
      <p:sp>
        <p:nvSpPr>
          <p:cNvPr id="16" name="Reliability / Limitation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Reliability / Limitation</a:t>
            </a:r>
          </a:p>
          <a:p>
            <a:pPr algn="l"/>
            <a:endParaRPr lang="en-US"/>
          </a:p>
        </p:txBody>
      </p:sp>
      <p:sp>
        <p:nvSpPr>
          <p:cNvPr id="17" name="Conflicting / Missing Evidence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Conflicting / Missing Evidence</a:t>
            </a:r>
          </a:p>
          <a:p>
            <a:pPr algn="l"/>
            <a:endParaRPr lang="en-US"/>
          </a:p>
        </p:txBody>
      </p:sp>
      <p:sp>
        <p:nvSpPr>
          <p:cNvPr id="18" name="Working Conclusion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Working Conclusion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Expediente de evidencia histórica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regunta histórica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Pregunta histórica</a:t>
            </a:r>
          </a:p>
          <a:p>
            <a:pPr algn="l"/>
            <a:endParaRPr lang="en-US"/>
          </a:p>
        </p:txBody>
      </p:sp>
      <p:sp>
        <p:nvSpPr>
          <p:cNvPr id="8" name="Fuente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Fuente 1</a:t>
            </a:r>
          </a:p>
          <a:p>
            <a:pPr algn="l"/>
            <a:endParaRPr lang="en-US"/>
          </a:p>
        </p:txBody>
      </p:sp>
      <p:sp>
        <p:nvSpPr>
          <p:cNvPr id="9" name="Evidencia de la fuente 1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 de la fuente 1</a:t>
            </a:r>
          </a:p>
          <a:p>
            <a:pPr algn="l"/>
            <a:endParaRPr lang="en-US"/>
          </a:p>
        </p:txBody>
      </p:sp>
      <p:sp>
        <p:nvSpPr>
          <p:cNvPr id="10" name="Confiabilidad / Limitación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Confiabilidad / Limitación</a:t>
            </a:r>
          </a:p>
          <a:p>
            <a:pPr algn="l"/>
            <a:endParaRPr lang="en-US"/>
          </a:p>
        </p:txBody>
      </p:sp>
      <p:sp>
        <p:nvSpPr>
          <p:cNvPr id="11" name="Fuente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Fuente 2</a:t>
            </a:r>
          </a:p>
          <a:p>
            <a:pPr algn="l"/>
            <a:endParaRPr lang="en-US"/>
          </a:p>
        </p:txBody>
      </p:sp>
      <p:sp>
        <p:nvSpPr>
          <p:cNvPr id="12" name="Evidencia de la fuente 2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 de la fuente 2</a:t>
            </a:r>
          </a:p>
          <a:p>
            <a:pPr algn="l"/>
            <a:endParaRPr lang="en-US"/>
          </a:p>
        </p:txBody>
      </p:sp>
      <p:sp>
        <p:nvSpPr>
          <p:cNvPr id="13" name="Confiabilidad / Limitación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Confiabilidad / Limitación</a:t>
            </a:r>
          </a:p>
          <a:p>
            <a:pPr algn="l"/>
            <a:endParaRPr lang="en-US"/>
          </a:p>
        </p:txBody>
      </p:sp>
      <p:sp>
        <p:nvSpPr>
          <p:cNvPr id="14" name="Fuente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Fuente 3</a:t>
            </a:r>
          </a:p>
          <a:p>
            <a:pPr algn="l"/>
            <a:endParaRPr lang="en-US"/>
          </a:p>
        </p:txBody>
      </p:sp>
      <p:sp>
        <p:nvSpPr>
          <p:cNvPr id="15" name="Evidencia de la fuente 3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 de la fuente 3</a:t>
            </a:r>
          </a:p>
          <a:p>
            <a:pPr algn="l"/>
            <a:endParaRPr lang="en-US"/>
          </a:p>
        </p:txBody>
      </p:sp>
      <p:sp>
        <p:nvSpPr>
          <p:cNvPr id="16" name="Confiabilidad / Limitación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Confiabilidad / Limitación</a:t>
            </a:r>
          </a:p>
          <a:p>
            <a:pPr algn="l"/>
            <a:endParaRPr lang="en-US"/>
          </a:p>
        </p:txBody>
      </p:sp>
      <p:sp>
        <p:nvSpPr>
          <p:cNvPr id="17" name="Evidencia contradictoria / faltante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 contradictoria / faltante</a:t>
            </a:r>
          </a:p>
          <a:p>
            <a:pPr algn="l"/>
            <a:endParaRPr lang="en-US"/>
          </a:p>
        </p:txBody>
      </p:sp>
      <p:sp>
        <p:nvSpPr>
          <p:cNvPr id="18" name="Conclusión provisional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Conclusión provisional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Hồ sơ bằng chứng lịch sử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âu hỏi lịch sử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Câu hỏi lịch sử</a:t>
            </a:r>
          </a:p>
          <a:p>
            <a:pPr algn="l"/>
            <a:endParaRPr lang="en-US"/>
          </a:p>
        </p:txBody>
      </p:sp>
      <p:sp>
        <p:nvSpPr>
          <p:cNvPr id="8" name="Nguồn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Nguồn 1</a:t>
            </a:r>
          </a:p>
          <a:p>
            <a:pPr algn="l"/>
            <a:endParaRPr lang="en-US"/>
          </a:p>
        </p:txBody>
      </p:sp>
      <p:sp>
        <p:nvSpPr>
          <p:cNvPr id="9" name="Bằng chứng từ Nguồn 1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 từ Nguồn 1</a:t>
            </a:r>
          </a:p>
          <a:p>
            <a:pPr algn="l"/>
            <a:endParaRPr lang="en-US"/>
          </a:p>
        </p:txBody>
      </p:sp>
      <p:sp>
        <p:nvSpPr>
          <p:cNvPr id="10" name="Độ tin cậy / Hạn chế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Độ tin cậy / Hạn chế</a:t>
            </a:r>
          </a:p>
          <a:p>
            <a:pPr algn="l"/>
            <a:endParaRPr lang="en-US"/>
          </a:p>
        </p:txBody>
      </p:sp>
      <p:sp>
        <p:nvSpPr>
          <p:cNvPr id="11" name="Nguồn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Nguồn 2</a:t>
            </a:r>
          </a:p>
          <a:p>
            <a:pPr algn="l"/>
            <a:endParaRPr lang="en-US"/>
          </a:p>
        </p:txBody>
      </p:sp>
      <p:sp>
        <p:nvSpPr>
          <p:cNvPr id="12" name="Bằng chứng từ Nguồn 2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 từ Nguồn 2</a:t>
            </a:r>
          </a:p>
          <a:p>
            <a:pPr algn="l"/>
            <a:endParaRPr lang="en-US"/>
          </a:p>
        </p:txBody>
      </p:sp>
      <p:sp>
        <p:nvSpPr>
          <p:cNvPr id="13" name="Độ tin cậy / Hạn chế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Độ tin cậy / Hạn chế</a:t>
            </a:r>
          </a:p>
          <a:p>
            <a:pPr algn="l"/>
            <a:endParaRPr lang="en-US"/>
          </a:p>
        </p:txBody>
      </p:sp>
      <p:sp>
        <p:nvSpPr>
          <p:cNvPr id="14" name="Nguồn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Nguồn 3</a:t>
            </a:r>
          </a:p>
          <a:p>
            <a:pPr algn="l"/>
            <a:endParaRPr lang="en-US"/>
          </a:p>
        </p:txBody>
      </p:sp>
      <p:sp>
        <p:nvSpPr>
          <p:cNvPr id="15" name="Bằng chứng từ Nguồn 3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 từ Nguồn 3</a:t>
            </a:r>
          </a:p>
          <a:p>
            <a:pPr algn="l"/>
            <a:endParaRPr lang="en-US"/>
          </a:p>
        </p:txBody>
      </p:sp>
      <p:sp>
        <p:nvSpPr>
          <p:cNvPr id="16" name="Độ tin cậy / Hạn chế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Độ tin cậy / Hạn chế</a:t>
            </a:r>
          </a:p>
          <a:p>
            <a:pPr algn="l"/>
            <a:endParaRPr lang="en-US"/>
          </a:p>
        </p:txBody>
      </p:sp>
      <p:sp>
        <p:nvSpPr>
          <p:cNvPr id="17" name="Bằng chứng mâu thuẫn / còn thiếu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 mâu thuẫn / còn thiếu</a:t>
            </a:r>
          </a:p>
          <a:p>
            <a:pPr algn="l"/>
            <a:endParaRPr lang="en-US"/>
          </a:p>
        </p:txBody>
      </p:sp>
      <p:sp>
        <p:nvSpPr>
          <p:cNvPr id="18" name="Kết luận tạm thời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Kết luận tạm thời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历史证据档案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历史问题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历史问题</a:t>
            </a:r>
          </a:p>
          <a:p>
            <a:pPr algn="l"/>
            <a:endParaRPr lang="en-US"/>
          </a:p>
        </p:txBody>
      </p:sp>
      <p:sp>
        <p:nvSpPr>
          <p:cNvPr id="8" name="资料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资料 1</a:t>
            </a:r>
          </a:p>
          <a:p>
            <a:pPr algn="l"/>
            <a:endParaRPr lang="en-US"/>
          </a:p>
        </p:txBody>
      </p:sp>
      <p:sp>
        <p:nvSpPr>
          <p:cNvPr id="9" name="来源 1 的证据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来源 1 的证据</a:t>
            </a:r>
          </a:p>
          <a:p>
            <a:pPr algn="l"/>
            <a:endParaRPr lang="en-US"/>
          </a:p>
        </p:txBody>
      </p:sp>
      <p:sp>
        <p:nvSpPr>
          <p:cNvPr id="10" name="可靠性 / 局限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可靠性 / 局限</a:t>
            </a:r>
          </a:p>
          <a:p>
            <a:pPr algn="l"/>
            <a:endParaRPr lang="en-US"/>
          </a:p>
        </p:txBody>
      </p:sp>
      <p:sp>
        <p:nvSpPr>
          <p:cNvPr id="11" name="资料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资料 2</a:t>
            </a:r>
          </a:p>
          <a:p>
            <a:pPr algn="l"/>
            <a:endParaRPr lang="en-US"/>
          </a:p>
        </p:txBody>
      </p:sp>
      <p:sp>
        <p:nvSpPr>
          <p:cNvPr id="12" name="来源 2 的证据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来源 2 的证据</a:t>
            </a:r>
          </a:p>
          <a:p>
            <a:pPr algn="l"/>
            <a:endParaRPr lang="en-US"/>
          </a:p>
        </p:txBody>
      </p:sp>
      <p:sp>
        <p:nvSpPr>
          <p:cNvPr id="13" name="可靠性 / 局限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可靠性 / 局限</a:t>
            </a:r>
          </a:p>
          <a:p>
            <a:pPr algn="l"/>
            <a:endParaRPr lang="en-US"/>
          </a:p>
        </p:txBody>
      </p:sp>
      <p:sp>
        <p:nvSpPr>
          <p:cNvPr id="14" name="资料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资料 3</a:t>
            </a:r>
          </a:p>
          <a:p>
            <a:pPr algn="l"/>
            <a:endParaRPr lang="en-US"/>
          </a:p>
        </p:txBody>
      </p:sp>
      <p:sp>
        <p:nvSpPr>
          <p:cNvPr id="15" name="来源 3 的证据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来源 3 的证据</a:t>
            </a:r>
          </a:p>
          <a:p>
            <a:pPr algn="l"/>
            <a:endParaRPr lang="en-US"/>
          </a:p>
        </p:txBody>
      </p:sp>
      <p:sp>
        <p:nvSpPr>
          <p:cNvPr id="16" name="可靠性 / 局限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可靠性 / 局限</a:t>
            </a:r>
          </a:p>
          <a:p>
            <a:pPr algn="l"/>
            <a:endParaRPr lang="en-US"/>
          </a:p>
        </p:txBody>
      </p:sp>
      <p:sp>
        <p:nvSpPr>
          <p:cNvPr id="17" name="冲突 / 缺失的证据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冲突 / 缺失的证据</a:t>
            </a:r>
          </a:p>
          <a:p>
            <a:pPr algn="l"/>
            <a:endParaRPr lang="en-US"/>
          </a:p>
        </p:txBody>
      </p:sp>
      <p:sp>
        <p:nvSpPr>
          <p:cNvPr id="18" name="初步结论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初步结论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ऐतिहासिक प्रमाण डोजियर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ऐतिहासिक प्रश्न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ऐतिहासिक प्रश्न</a:t>
            </a:r>
          </a:p>
          <a:p>
            <a:pPr algn="l"/>
            <a:endParaRPr lang="en-US"/>
          </a:p>
        </p:txBody>
      </p:sp>
      <p:sp>
        <p:nvSpPr>
          <p:cNvPr id="8" name="स्रोत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1</a:t>
            </a:r>
          </a:p>
          <a:p>
            <a:pPr algn="l"/>
            <a:endParaRPr lang="en-US"/>
          </a:p>
        </p:txBody>
      </p:sp>
      <p:sp>
        <p:nvSpPr>
          <p:cNvPr id="9" name="स्रोत 1 से प्रमाण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1 से प्रमाण</a:t>
            </a:r>
          </a:p>
          <a:p>
            <a:pPr algn="l"/>
            <a:endParaRPr lang="en-US"/>
          </a:p>
        </p:txBody>
      </p:sp>
      <p:sp>
        <p:nvSpPr>
          <p:cNvPr id="10" name="विश्वसनीयता / सीमा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विश्वसनीयता / सीमा</a:t>
            </a:r>
          </a:p>
          <a:p>
            <a:pPr algn="l"/>
            <a:endParaRPr lang="en-US"/>
          </a:p>
        </p:txBody>
      </p:sp>
      <p:sp>
        <p:nvSpPr>
          <p:cNvPr id="11" name="स्रोत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2</a:t>
            </a:r>
          </a:p>
          <a:p>
            <a:pPr algn="l"/>
            <a:endParaRPr lang="en-US"/>
          </a:p>
        </p:txBody>
      </p:sp>
      <p:sp>
        <p:nvSpPr>
          <p:cNvPr id="12" name="स्रोत 2 से प्रमाण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2 से प्रमाण</a:t>
            </a:r>
          </a:p>
          <a:p>
            <a:pPr algn="l"/>
            <a:endParaRPr lang="en-US"/>
          </a:p>
        </p:txBody>
      </p:sp>
      <p:sp>
        <p:nvSpPr>
          <p:cNvPr id="13" name="विश्वसनीयता / सीमा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विश्वसनीयता / सीमा</a:t>
            </a:r>
          </a:p>
          <a:p>
            <a:pPr algn="l"/>
            <a:endParaRPr lang="en-US"/>
          </a:p>
        </p:txBody>
      </p:sp>
      <p:sp>
        <p:nvSpPr>
          <p:cNvPr id="14" name="स्रोत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3</a:t>
            </a:r>
          </a:p>
          <a:p>
            <a:pPr algn="l"/>
            <a:endParaRPr lang="en-US"/>
          </a:p>
        </p:txBody>
      </p:sp>
      <p:sp>
        <p:nvSpPr>
          <p:cNvPr id="15" name="स्रोत 3 से प्रमाण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3 से प्रमाण</a:t>
            </a:r>
          </a:p>
          <a:p>
            <a:pPr algn="l"/>
            <a:endParaRPr lang="en-US"/>
          </a:p>
        </p:txBody>
      </p:sp>
      <p:sp>
        <p:nvSpPr>
          <p:cNvPr id="16" name="विश्वसनीयता / सीमा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विश्वसनीयता / सीमा</a:t>
            </a:r>
          </a:p>
          <a:p>
            <a:pPr algn="l"/>
            <a:endParaRPr lang="en-US"/>
          </a:p>
        </p:txBody>
      </p:sp>
      <p:sp>
        <p:nvSpPr>
          <p:cNvPr id="17" name="विरोधी / गायब प्रमाण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विरोधी / गायब प्रमाण</a:t>
            </a:r>
          </a:p>
          <a:p>
            <a:pPr algn="l"/>
            <a:endParaRPr lang="en-US"/>
          </a:p>
        </p:txBody>
      </p:sp>
      <p:sp>
        <p:nvSpPr>
          <p:cNvPr id="18" name="कार्यकारी निष्कर्ष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कार्यकारी निष्कर्ष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ملف الأدلة التاريخية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سؤال التاريخي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السؤال التاريخي</a:t>
            </a:r>
          </a:p>
          <a:p>
            <a:pPr algn="l" rtl="1"/>
            <a:endParaRPr lang="en-US"/>
          </a:p>
        </p:txBody>
      </p:sp>
      <p:sp>
        <p:nvSpPr>
          <p:cNvPr id="8" name="المصدر 1"/>
          <p:cNvSpPr/>
          <p:nvPr/>
        </p:nvSpPr>
        <p:spPr>
          <a:xfrm>
            <a:off x="6614071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المصدر 1</a:t>
            </a:r>
          </a:p>
          <a:p>
            <a:pPr algn="l" rtl="1"/>
            <a:endParaRPr lang="en-US"/>
          </a:p>
        </p:txBody>
      </p:sp>
      <p:sp>
        <p:nvSpPr>
          <p:cNvPr id="9" name="دليل من المصدر 1"/>
          <p:cNvSpPr/>
          <p:nvPr/>
        </p:nvSpPr>
        <p:spPr>
          <a:xfrm>
            <a:off x="6614071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دليل من المصدر 1</a:t>
            </a:r>
          </a:p>
          <a:p>
            <a:pPr algn="l" rtl="1"/>
            <a:endParaRPr lang="en-US"/>
          </a:p>
        </p:txBody>
      </p:sp>
      <p:sp>
        <p:nvSpPr>
          <p:cNvPr id="10" name="الموثوقية / القيود"/>
          <p:cNvSpPr/>
          <p:nvPr/>
        </p:nvSpPr>
        <p:spPr>
          <a:xfrm>
            <a:off x="6614071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الموثوقية / القيود</a:t>
            </a:r>
          </a:p>
          <a:p>
            <a:pPr algn="l" rtl="1"/>
            <a:endParaRPr lang="en-US"/>
          </a:p>
        </p:txBody>
      </p:sp>
      <p:sp>
        <p:nvSpPr>
          <p:cNvPr id="11" name="المصدر 2"/>
          <p:cNvSpPr/>
          <p:nvPr/>
        </p:nvSpPr>
        <p:spPr>
          <a:xfrm>
            <a:off x="3517553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المصدر 2</a:t>
            </a:r>
          </a:p>
          <a:p>
            <a:pPr algn="l" rtl="1"/>
            <a:endParaRPr lang="en-US"/>
          </a:p>
        </p:txBody>
      </p:sp>
      <p:sp>
        <p:nvSpPr>
          <p:cNvPr id="12" name="دليل من المصدر 2"/>
          <p:cNvSpPr/>
          <p:nvPr/>
        </p:nvSpPr>
        <p:spPr>
          <a:xfrm>
            <a:off x="3517553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دليل من المصدر 2</a:t>
            </a:r>
          </a:p>
          <a:p>
            <a:pPr algn="l" rtl="1"/>
            <a:endParaRPr lang="en-US"/>
          </a:p>
        </p:txBody>
      </p:sp>
      <p:sp>
        <p:nvSpPr>
          <p:cNvPr id="13" name="الموثوقية / القيود"/>
          <p:cNvSpPr/>
          <p:nvPr/>
        </p:nvSpPr>
        <p:spPr>
          <a:xfrm>
            <a:off x="3517553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الموثوقية / القيود</a:t>
            </a:r>
          </a:p>
          <a:p>
            <a:pPr algn="l" rtl="1"/>
            <a:endParaRPr lang="en-US"/>
          </a:p>
        </p:txBody>
      </p:sp>
      <p:sp>
        <p:nvSpPr>
          <p:cNvPr id="14" name="المصدر 3"/>
          <p:cNvSpPr/>
          <p:nvPr/>
        </p:nvSpPr>
        <p:spPr>
          <a:xfrm>
            <a:off x="420886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المصدر 3</a:t>
            </a:r>
          </a:p>
          <a:p>
            <a:pPr algn="l" rtl="1"/>
            <a:endParaRPr lang="en-US"/>
          </a:p>
        </p:txBody>
      </p:sp>
      <p:sp>
        <p:nvSpPr>
          <p:cNvPr id="15" name="دليل من المصدر 3"/>
          <p:cNvSpPr/>
          <p:nvPr/>
        </p:nvSpPr>
        <p:spPr>
          <a:xfrm>
            <a:off x="420886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دليل من المصدر 3</a:t>
            </a:r>
          </a:p>
          <a:p>
            <a:pPr algn="l" rtl="1"/>
            <a:endParaRPr lang="en-US"/>
          </a:p>
        </p:txBody>
      </p:sp>
      <p:sp>
        <p:nvSpPr>
          <p:cNvPr id="16" name="الموثوقية / القيود"/>
          <p:cNvSpPr/>
          <p:nvPr/>
        </p:nvSpPr>
        <p:spPr>
          <a:xfrm>
            <a:off x="420886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الموثوقية / القيود</a:t>
            </a:r>
          </a:p>
          <a:p>
            <a:pPr algn="l" rtl="1"/>
            <a:endParaRPr lang="en-US"/>
          </a:p>
        </p:txBody>
      </p:sp>
      <p:sp>
        <p:nvSpPr>
          <p:cNvPr id="17" name="أدلة متعارضة / مفقودة"/>
          <p:cNvSpPr/>
          <p:nvPr/>
        </p:nvSpPr>
        <p:spPr>
          <a:xfrm>
            <a:off x="6614071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أدلة متعارضة / مفقودة</a:t>
            </a:r>
          </a:p>
          <a:p>
            <a:pPr algn="l" rtl="1"/>
            <a:endParaRPr lang="en-US"/>
          </a:p>
        </p:txBody>
      </p:sp>
      <p:sp>
        <p:nvSpPr>
          <p:cNvPr id="18" name="استنتاج أولي"/>
          <p:cNvSpPr/>
          <p:nvPr/>
        </p:nvSpPr>
        <p:spPr>
          <a:xfrm>
            <a:off x="420886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استنتاج أولي</a:t>
            </a:r>
          </a:p>
          <a:p>
            <a:pPr algn="l" rtl="1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تاریخی ثبوت کی فائل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تاریخی سوال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تاریخی سوال</a:t>
            </a:r>
          </a:p>
          <a:p>
            <a:pPr algn="l" rtl="1"/>
            <a:endParaRPr lang="en-US"/>
          </a:p>
        </p:txBody>
      </p:sp>
      <p:sp>
        <p:nvSpPr>
          <p:cNvPr id="8" name="ذریعہ 1"/>
          <p:cNvSpPr/>
          <p:nvPr/>
        </p:nvSpPr>
        <p:spPr>
          <a:xfrm>
            <a:off x="6614071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ذریعہ 1</a:t>
            </a:r>
          </a:p>
          <a:p>
            <a:pPr algn="l" rtl="1"/>
            <a:endParaRPr lang="en-US"/>
          </a:p>
        </p:txBody>
      </p:sp>
      <p:sp>
        <p:nvSpPr>
          <p:cNvPr id="9" name="ماخذ 1 سے شواہد"/>
          <p:cNvSpPr/>
          <p:nvPr/>
        </p:nvSpPr>
        <p:spPr>
          <a:xfrm>
            <a:off x="6614071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ماخذ 1 سے شواہد</a:t>
            </a:r>
          </a:p>
          <a:p>
            <a:pPr algn="l" rtl="1"/>
            <a:endParaRPr lang="en-US"/>
          </a:p>
        </p:txBody>
      </p:sp>
      <p:sp>
        <p:nvSpPr>
          <p:cNvPr id="10" name="قابلِ اعتماد ہونا / حدود"/>
          <p:cNvSpPr/>
          <p:nvPr/>
        </p:nvSpPr>
        <p:spPr>
          <a:xfrm>
            <a:off x="6614071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قابلِ اعتماد ہونا / حدود</a:t>
            </a:r>
          </a:p>
          <a:p>
            <a:pPr algn="l" rtl="1"/>
            <a:endParaRPr lang="en-US"/>
          </a:p>
        </p:txBody>
      </p:sp>
      <p:sp>
        <p:nvSpPr>
          <p:cNvPr id="11" name="ذریعہ 2"/>
          <p:cNvSpPr/>
          <p:nvPr/>
        </p:nvSpPr>
        <p:spPr>
          <a:xfrm>
            <a:off x="3517553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ذریعہ 2</a:t>
            </a:r>
          </a:p>
          <a:p>
            <a:pPr algn="l" rtl="1"/>
            <a:endParaRPr lang="en-US"/>
          </a:p>
        </p:txBody>
      </p:sp>
      <p:sp>
        <p:nvSpPr>
          <p:cNvPr id="12" name="ماخذ 2 سے شواہد"/>
          <p:cNvSpPr/>
          <p:nvPr/>
        </p:nvSpPr>
        <p:spPr>
          <a:xfrm>
            <a:off x="3517553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ماخذ 2 سے شواہد</a:t>
            </a:r>
          </a:p>
          <a:p>
            <a:pPr algn="l" rtl="1"/>
            <a:endParaRPr lang="en-US"/>
          </a:p>
        </p:txBody>
      </p:sp>
      <p:sp>
        <p:nvSpPr>
          <p:cNvPr id="13" name="قابلِ اعتماد ہونا / حدود"/>
          <p:cNvSpPr/>
          <p:nvPr/>
        </p:nvSpPr>
        <p:spPr>
          <a:xfrm>
            <a:off x="3517553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قابلِ اعتماد ہونا / حدود</a:t>
            </a:r>
          </a:p>
          <a:p>
            <a:pPr algn="l" rtl="1"/>
            <a:endParaRPr lang="en-US"/>
          </a:p>
        </p:txBody>
      </p:sp>
      <p:sp>
        <p:nvSpPr>
          <p:cNvPr id="14" name="ذریعہ 3"/>
          <p:cNvSpPr/>
          <p:nvPr/>
        </p:nvSpPr>
        <p:spPr>
          <a:xfrm>
            <a:off x="420886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ذریعہ 3</a:t>
            </a:r>
          </a:p>
          <a:p>
            <a:pPr algn="l" rtl="1"/>
            <a:endParaRPr lang="en-US"/>
          </a:p>
        </p:txBody>
      </p:sp>
      <p:sp>
        <p:nvSpPr>
          <p:cNvPr id="15" name="ماخذ 3 سے شواہد"/>
          <p:cNvSpPr/>
          <p:nvPr/>
        </p:nvSpPr>
        <p:spPr>
          <a:xfrm>
            <a:off x="420886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ماخذ 3 سے شواہد</a:t>
            </a:r>
          </a:p>
          <a:p>
            <a:pPr algn="l" rtl="1"/>
            <a:endParaRPr lang="en-US"/>
          </a:p>
        </p:txBody>
      </p:sp>
      <p:sp>
        <p:nvSpPr>
          <p:cNvPr id="16" name="قابلِ اعتماد ہونا / حدود"/>
          <p:cNvSpPr/>
          <p:nvPr/>
        </p:nvSpPr>
        <p:spPr>
          <a:xfrm>
            <a:off x="420886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قابلِ اعتماد ہونا / حدود</a:t>
            </a:r>
          </a:p>
          <a:p>
            <a:pPr algn="l" rtl="1"/>
            <a:endParaRPr lang="en-US"/>
          </a:p>
        </p:txBody>
      </p:sp>
      <p:sp>
        <p:nvSpPr>
          <p:cNvPr id="17" name="متضاد / غائب ثبوت"/>
          <p:cNvSpPr/>
          <p:nvPr/>
        </p:nvSpPr>
        <p:spPr>
          <a:xfrm>
            <a:off x="6614071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متضاد / غائب ثبوت</a:t>
            </a:r>
          </a:p>
          <a:p>
            <a:pPr algn="l" rtl="1"/>
            <a:endParaRPr lang="en-US"/>
          </a:p>
        </p:txBody>
      </p:sp>
      <p:sp>
        <p:nvSpPr>
          <p:cNvPr id="18" name="ابتدائی نتیجہ"/>
          <p:cNvSpPr/>
          <p:nvPr/>
        </p:nvSpPr>
        <p:spPr>
          <a:xfrm>
            <a:off x="420886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ابتدائی نتیجہ</a:t>
            </a:r>
          </a:p>
          <a:p>
            <a:pPr algn="l" rtl="1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Historical Evidence Dossier — 7 languages</dc:title>
  <dc:creator>Miguel Guhlin / Miguel Guhlin</dc:creator>
  <cp:lastModifiedBy>Miguel Guhlin</cp:lastModifiedBy>
</cp:coreProperties>
</file>