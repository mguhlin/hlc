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Why It Mattered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he Event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8" name="Effect on People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People</a:t>
            </a:r>
          </a:p>
          <a:p>
            <a:pPr algn="l"/>
            <a:endParaRPr lang="en-US"/>
          </a:p>
        </p:txBody>
      </p:sp>
      <p:sp>
        <p:nvSpPr>
          <p:cNvPr id="9" name="Effect on Government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Government</a:t>
            </a:r>
          </a:p>
          <a:p>
            <a:pPr algn="l"/>
            <a:endParaRPr lang="en-US"/>
          </a:p>
        </p:txBody>
      </p:sp>
      <p:sp>
        <p:nvSpPr>
          <p:cNvPr id="10" name="Effect on Economy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Economy</a:t>
            </a:r>
          </a:p>
          <a:p>
            <a:pPr algn="l"/>
            <a:endParaRPr lang="en-US"/>
          </a:p>
        </p:txBody>
      </p:sp>
      <p:sp>
        <p:nvSpPr>
          <p:cNvPr id="11" name="Effect on Community / Culture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Community / Culture</a:t>
            </a:r>
          </a:p>
          <a:p>
            <a:pPr algn="l"/>
            <a:endParaRPr lang="en-US"/>
          </a:p>
        </p:txBody>
      </p:sp>
      <p:sp>
        <p:nvSpPr>
          <p:cNvPr id="12" name="Which change mattered most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Which change mattered most?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Por qué importó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l evento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8" name="Efecto en las personas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las personas</a:t>
            </a:r>
          </a:p>
          <a:p>
            <a:pPr algn="l"/>
            <a:endParaRPr lang="en-US"/>
          </a:p>
        </p:txBody>
      </p:sp>
      <p:sp>
        <p:nvSpPr>
          <p:cNvPr id="9" name="Efecto en el gobierno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el gobierno</a:t>
            </a:r>
          </a:p>
          <a:p>
            <a:pPr algn="l"/>
            <a:endParaRPr lang="en-US"/>
          </a:p>
        </p:txBody>
      </p:sp>
      <p:sp>
        <p:nvSpPr>
          <p:cNvPr id="10" name="Efecto en la economía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 economía</a:t>
            </a:r>
          </a:p>
          <a:p>
            <a:pPr algn="l"/>
            <a:endParaRPr lang="en-US"/>
          </a:p>
        </p:txBody>
      </p:sp>
      <p:sp>
        <p:nvSpPr>
          <p:cNvPr id="11" name="Efecto en la comunidad / cultura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 comunidad / cultura</a:t>
            </a:r>
          </a:p>
          <a:p>
            <a:pPr algn="l"/>
            <a:endParaRPr lang="en-US"/>
          </a:p>
        </p:txBody>
      </p:sp>
      <p:sp>
        <p:nvSpPr>
          <p:cNvPr id="12" name="¿Qué cambio importó más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cambio importó más?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Vì sao quan trọng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ự kiện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8" name="Tác động đến con người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con người</a:t>
            </a:r>
          </a:p>
          <a:p>
            <a:pPr algn="l"/>
            <a:endParaRPr lang="en-US"/>
          </a:p>
        </p:txBody>
      </p:sp>
      <p:sp>
        <p:nvSpPr>
          <p:cNvPr id="9" name="Tác động đến chính quyền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chính quyền</a:t>
            </a:r>
          </a:p>
          <a:p>
            <a:pPr algn="l"/>
            <a:endParaRPr lang="en-US"/>
          </a:p>
        </p:txBody>
      </p:sp>
      <p:sp>
        <p:nvSpPr>
          <p:cNvPr id="10" name="Tác động đến kinh tế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kinh tế</a:t>
            </a:r>
          </a:p>
          <a:p>
            <a:pPr algn="l"/>
            <a:endParaRPr lang="en-US"/>
          </a:p>
        </p:txBody>
      </p:sp>
      <p:sp>
        <p:nvSpPr>
          <p:cNvPr id="11" name="Tác động đến cộng đồng / văn hóa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cộng đồng / văn hóa</a:t>
            </a:r>
          </a:p>
          <a:p>
            <a:pPr algn="l"/>
            <a:endParaRPr lang="en-US"/>
          </a:p>
        </p:txBody>
      </p:sp>
      <p:sp>
        <p:nvSpPr>
          <p:cNvPr id="12" name="Thay đổi nào quan trọng nhất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nào quan trọng nhất?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为什么重要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事件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8" name="对人的影响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对人的影响</a:t>
            </a:r>
          </a:p>
          <a:p>
            <a:pPr algn="l"/>
            <a:endParaRPr lang="en-US"/>
          </a:p>
        </p:txBody>
      </p:sp>
      <p:sp>
        <p:nvSpPr>
          <p:cNvPr id="9" name="对政府的影响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对政府的影响</a:t>
            </a:r>
          </a:p>
          <a:p>
            <a:pPr algn="l"/>
            <a:endParaRPr lang="en-US"/>
          </a:p>
        </p:txBody>
      </p:sp>
      <p:sp>
        <p:nvSpPr>
          <p:cNvPr id="10" name="对经济的影响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对经济的影响</a:t>
            </a:r>
          </a:p>
          <a:p>
            <a:pPr algn="l"/>
            <a:endParaRPr lang="en-US"/>
          </a:p>
        </p:txBody>
      </p:sp>
      <p:sp>
        <p:nvSpPr>
          <p:cNvPr id="11" name="对社区 / 文化的影响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对社区 / 文化的影响</a:t>
            </a:r>
          </a:p>
          <a:p>
            <a:pPr algn="l"/>
            <a:endParaRPr lang="en-US"/>
          </a:p>
        </p:txBody>
      </p:sp>
      <p:sp>
        <p:nvSpPr>
          <p:cNvPr id="12" name="哪项变化最重要？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哪项变化最重要？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यह क्यों महत्वपूर्ण था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घटना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8" name="लोगों पर प्रभाव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लोगों पर प्रभाव</a:t>
            </a:r>
          </a:p>
          <a:p>
            <a:pPr algn="l"/>
            <a:endParaRPr lang="en-US"/>
          </a:p>
        </p:txBody>
      </p:sp>
      <p:sp>
        <p:nvSpPr>
          <p:cNvPr id="9" name="सरकार पर प्रभाव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सरकार पर प्रभाव</a:t>
            </a:r>
          </a:p>
          <a:p>
            <a:pPr algn="l"/>
            <a:endParaRPr lang="en-US"/>
          </a:p>
        </p:txBody>
      </p:sp>
      <p:sp>
        <p:nvSpPr>
          <p:cNvPr id="10" name="अर्थव्यवस्था पर प्रभाव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अर्थव्यवस्था पर प्रभाव</a:t>
            </a:r>
          </a:p>
          <a:p>
            <a:pPr algn="l"/>
            <a:endParaRPr lang="en-US"/>
          </a:p>
        </p:txBody>
      </p:sp>
      <p:sp>
        <p:nvSpPr>
          <p:cNvPr id="11" name="समुदाय / संस्कृति पर प्रभाव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समुदाय / संस्कृति पर प्रभाव</a:t>
            </a:r>
          </a:p>
          <a:p>
            <a:pPr algn="l"/>
            <a:endParaRPr lang="en-US"/>
          </a:p>
        </p:txBody>
      </p:sp>
      <p:sp>
        <p:nvSpPr>
          <p:cNvPr id="12" name="कौन-सा बदलाव सबसे महत्वपूर्ण था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कौन-सा बदलाव सबसे महत्वपूर्ण था?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حدث"/>
          <p:cNvSpPr/>
          <p:nvPr/>
        </p:nvSpPr>
        <p:spPr>
          <a:xfrm>
            <a:off x="7056537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8" name="الأثر على الناس"/>
          <p:cNvSpPr/>
          <p:nvPr/>
        </p:nvSpPr>
        <p:spPr>
          <a:xfrm>
            <a:off x="3738711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الناس</a:t>
            </a:r>
          </a:p>
          <a:p>
            <a:pPr algn="l" rtl="1"/>
            <a:endParaRPr lang="en-US"/>
          </a:p>
        </p:txBody>
      </p:sp>
      <p:sp>
        <p:nvSpPr>
          <p:cNvPr id="9" name="الأثر على الحكومة"/>
          <p:cNvSpPr/>
          <p:nvPr/>
        </p:nvSpPr>
        <p:spPr>
          <a:xfrm>
            <a:off x="420886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الحكومة</a:t>
            </a:r>
          </a:p>
          <a:p>
            <a:pPr algn="l" rtl="1"/>
            <a:endParaRPr lang="en-US"/>
          </a:p>
        </p:txBody>
      </p:sp>
      <p:sp>
        <p:nvSpPr>
          <p:cNvPr id="10" name="الأثر على الاقتصاد"/>
          <p:cNvSpPr/>
          <p:nvPr/>
        </p:nvSpPr>
        <p:spPr>
          <a:xfrm>
            <a:off x="3738711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الاقتصاد</a:t>
            </a:r>
          </a:p>
          <a:p>
            <a:pPr algn="l" rtl="1"/>
            <a:endParaRPr lang="en-US"/>
          </a:p>
        </p:txBody>
      </p:sp>
      <p:sp>
        <p:nvSpPr>
          <p:cNvPr id="11" name="الأثر على المجتمع / الثقافة"/>
          <p:cNvSpPr/>
          <p:nvPr/>
        </p:nvSpPr>
        <p:spPr>
          <a:xfrm>
            <a:off x="420886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المجتمع / الثقافة</a:t>
            </a:r>
          </a:p>
          <a:p>
            <a:pPr algn="l" rtl="1"/>
            <a:endParaRPr lang="en-US"/>
          </a:p>
        </p:txBody>
      </p:sp>
      <p:sp>
        <p:nvSpPr>
          <p:cNvPr id="12" name="أي تغيير كان الأهم؟"/>
          <p:cNvSpPr/>
          <p:nvPr/>
        </p:nvSpPr>
        <p:spPr>
          <a:xfrm>
            <a:off x="7056537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 تغيير كان الأهم؟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یہ کیوں اہم تھا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واقعہ"/>
          <p:cNvSpPr/>
          <p:nvPr/>
        </p:nvSpPr>
        <p:spPr>
          <a:xfrm>
            <a:off x="7056537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8" name="لوگوں پر اثر"/>
          <p:cNvSpPr/>
          <p:nvPr/>
        </p:nvSpPr>
        <p:spPr>
          <a:xfrm>
            <a:off x="3738711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لوگوں پر اثر</a:t>
            </a:r>
          </a:p>
          <a:p>
            <a:pPr algn="l" rtl="1"/>
            <a:endParaRPr lang="en-US"/>
          </a:p>
        </p:txBody>
      </p:sp>
      <p:sp>
        <p:nvSpPr>
          <p:cNvPr id="9" name="حکومت پر اثر"/>
          <p:cNvSpPr/>
          <p:nvPr/>
        </p:nvSpPr>
        <p:spPr>
          <a:xfrm>
            <a:off x="420886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حکومت پر اثر</a:t>
            </a:r>
          </a:p>
          <a:p>
            <a:pPr algn="l" rtl="1"/>
            <a:endParaRPr lang="en-US"/>
          </a:p>
        </p:txBody>
      </p:sp>
      <p:sp>
        <p:nvSpPr>
          <p:cNvPr id="10" name="معیشت پر اثر"/>
          <p:cNvSpPr/>
          <p:nvPr/>
        </p:nvSpPr>
        <p:spPr>
          <a:xfrm>
            <a:off x="3738711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معیشت پر اثر</a:t>
            </a:r>
          </a:p>
          <a:p>
            <a:pPr algn="l" rtl="1"/>
            <a:endParaRPr lang="en-US"/>
          </a:p>
        </p:txBody>
      </p:sp>
      <p:sp>
        <p:nvSpPr>
          <p:cNvPr id="11" name="معاشرہ / ثقافت پر اثر"/>
          <p:cNvSpPr/>
          <p:nvPr/>
        </p:nvSpPr>
        <p:spPr>
          <a:xfrm>
            <a:off x="420886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معاشرہ / ثقافت پر اثر</a:t>
            </a:r>
          </a:p>
          <a:p>
            <a:pPr algn="l" rtl="1"/>
            <a:endParaRPr lang="en-US"/>
          </a:p>
        </p:txBody>
      </p:sp>
      <p:sp>
        <p:nvSpPr>
          <p:cNvPr id="12" name="کون سی تبدیلی سب سے اہم تھی؟"/>
          <p:cNvSpPr/>
          <p:nvPr/>
        </p:nvSpPr>
        <p:spPr>
          <a:xfrm>
            <a:off x="7056537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سی تبدیلی سب سے اہم تھی؟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It Mattered — 7 languages</dc:title>
  <dc:creator>Miguel Guhlin / Miguel Guhlin</dc:creator>
  <cp:lastModifiedBy>Miguel Guhlin</cp:lastModifiedBy>
</cp:coreProperties>
</file>