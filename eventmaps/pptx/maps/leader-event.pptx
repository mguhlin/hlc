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Leader and Event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Important Leader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Important Leader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Impact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Impact</a:t>
            </a:r>
          </a:p>
          <a:p>
            <a:pPr algn="l"/>
            <a:endParaRPr lang="en-US"/>
          </a:p>
        </p:txBody>
      </p:sp>
      <p:sp>
        <p:nvSpPr>
          <p:cNvPr id="9" name="Evidence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Evidence</a:t>
            </a:r>
          </a:p>
          <a:p>
            <a:pPr algn="l"/>
            <a:endParaRPr lang="en-US"/>
          </a:p>
        </p:txBody>
      </p:sp>
      <p:sp>
        <p:nvSpPr>
          <p:cNvPr id="10" name="The Event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Leader's Goals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Leader's Goals</a:t>
            </a:r>
          </a:p>
          <a:p>
            <a:pPr algn="l"/>
            <a:endParaRPr lang="en-US"/>
          </a:p>
        </p:txBody>
      </p:sp>
      <p:sp>
        <p:nvSpPr>
          <p:cNvPr id="12" name="Key Decisions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Key Decisions</a:t>
            </a:r>
          </a:p>
          <a:p>
            <a:pPr algn="l"/>
            <a:endParaRPr lang="en-US"/>
          </a:p>
        </p:txBody>
      </p:sp>
      <p:sp>
        <p:nvSpPr>
          <p:cNvPr id="13" name="Allies / Supporters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Allies / Supporters</a:t>
            </a:r>
          </a:p>
          <a:p>
            <a:pPr algn="l"/>
            <a:endParaRPr lang="en-US"/>
          </a:p>
        </p:txBody>
      </p:sp>
      <p:sp>
        <p:nvSpPr>
          <p:cNvPr id="14" name="Opponents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Opponents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Líder y evento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íder importante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Líder importante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Impacto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Impacto</a:t>
            </a:r>
          </a:p>
          <a:p>
            <a:pPr algn="l"/>
            <a:endParaRPr lang="en-US"/>
          </a:p>
        </p:txBody>
      </p:sp>
      <p:sp>
        <p:nvSpPr>
          <p:cNvPr id="9" name="Evidencia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Evidencia</a:t>
            </a:r>
          </a:p>
          <a:p>
            <a:pPr algn="l"/>
            <a:endParaRPr lang="en-US"/>
          </a:p>
        </p:txBody>
      </p:sp>
      <p:sp>
        <p:nvSpPr>
          <p:cNvPr id="10" name="El evento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Metas del líder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Metas del líder</a:t>
            </a:r>
          </a:p>
          <a:p>
            <a:pPr algn="l"/>
            <a:endParaRPr lang="en-US"/>
          </a:p>
        </p:txBody>
      </p:sp>
      <p:sp>
        <p:nvSpPr>
          <p:cNvPr id="12" name="Decisiones clave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Decisiones clave</a:t>
            </a:r>
          </a:p>
          <a:p>
            <a:pPr algn="l"/>
            <a:endParaRPr lang="en-US"/>
          </a:p>
        </p:txBody>
      </p:sp>
      <p:sp>
        <p:nvSpPr>
          <p:cNvPr id="13" name="Aliados / partidarios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Aliados / partidarios</a:t>
            </a:r>
          </a:p>
          <a:p>
            <a:pPr algn="l"/>
            <a:endParaRPr lang="en-US"/>
          </a:p>
        </p:txBody>
      </p:sp>
      <p:sp>
        <p:nvSpPr>
          <p:cNvPr id="14" name="Oponentes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Oponentes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Lãnh đạo và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ãnh đạo quan trọng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Lãnh đạo quan trọng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Tác động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Tác động</a:t>
            </a:r>
          </a:p>
          <a:p>
            <a:pPr algn="l"/>
            <a:endParaRPr lang="en-US"/>
          </a:p>
        </p:txBody>
      </p:sp>
      <p:sp>
        <p:nvSpPr>
          <p:cNvPr id="9" name="Bằng chứng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Bằng chứng</a:t>
            </a:r>
          </a:p>
          <a:p>
            <a:pPr algn="l"/>
            <a:endParaRPr lang="en-US"/>
          </a:p>
        </p:txBody>
      </p:sp>
      <p:sp>
        <p:nvSpPr>
          <p:cNvPr id="10" name="Sự kiện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Mục tiêu của lãnh đạo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Mục tiêu của lãnh đạo</a:t>
            </a:r>
          </a:p>
          <a:p>
            <a:pPr algn="l"/>
            <a:endParaRPr lang="en-US"/>
          </a:p>
        </p:txBody>
      </p:sp>
      <p:sp>
        <p:nvSpPr>
          <p:cNvPr id="12" name="Quyết định chính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Quyết định chính</a:t>
            </a:r>
          </a:p>
          <a:p>
            <a:pPr algn="l"/>
            <a:endParaRPr lang="en-US"/>
          </a:p>
        </p:txBody>
      </p:sp>
      <p:sp>
        <p:nvSpPr>
          <p:cNvPr id="13" name="Đồng minh / người ủng hộ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Đồng minh / người ủng hộ</a:t>
            </a:r>
          </a:p>
          <a:p>
            <a:pPr algn="l"/>
            <a:endParaRPr lang="en-US"/>
          </a:p>
        </p:txBody>
      </p:sp>
      <p:sp>
        <p:nvSpPr>
          <p:cNvPr id="14" name="Đối thủ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Đối thủ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领导者与事件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重要领导者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重要领导者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影响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影响</a:t>
            </a:r>
          </a:p>
          <a:p>
            <a:pPr algn="l"/>
            <a:endParaRPr lang="en-US"/>
          </a:p>
        </p:txBody>
      </p:sp>
      <p:sp>
        <p:nvSpPr>
          <p:cNvPr id="9" name="证据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sp>
        <p:nvSpPr>
          <p:cNvPr id="10" name="事件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领导者目标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领导者目标</a:t>
            </a:r>
          </a:p>
          <a:p>
            <a:pPr algn="l"/>
            <a:endParaRPr lang="en-US"/>
          </a:p>
        </p:txBody>
      </p:sp>
      <p:sp>
        <p:nvSpPr>
          <p:cNvPr id="12" name="关键决策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关键决策</a:t>
            </a:r>
          </a:p>
          <a:p>
            <a:pPr algn="l"/>
            <a:endParaRPr lang="en-US"/>
          </a:p>
        </p:txBody>
      </p:sp>
      <p:sp>
        <p:nvSpPr>
          <p:cNvPr id="13" name="盟友 / 支持者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盟友 / 支持者</a:t>
            </a:r>
          </a:p>
          <a:p>
            <a:pPr algn="l"/>
            <a:endParaRPr lang="en-US"/>
          </a:p>
        </p:txBody>
      </p:sp>
      <p:sp>
        <p:nvSpPr>
          <p:cNvPr id="14" name="反对者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反对者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नेता और घटना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महत्वपूर्ण नेता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महत्वपूर्ण नेता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प्रभाव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प्रभाव</a:t>
            </a:r>
          </a:p>
          <a:p>
            <a:pPr algn="l"/>
            <a:endParaRPr lang="en-US"/>
          </a:p>
        </p:txBody>
      </p:sp>
      <p:sp>
        <p:nvSpPr>
          <p:cNvPr id="9" name="प्रमाण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प्रमाण</a:t>
            </a:r>
          </a:p>
          <a:p>
            <a:pPr algn="l"/>
            <a:endParaRPr lang="en-US"/>
          </a:p>
        </p:txBody>
      </p:sp>
      <p:sp>
        <p:nvSpPr>
          <p:cNvPr id="10" name="घटना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नेता के लक्ष्य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नेता के लक्ष्य</a:t>
            </a:r>
          </a:p>
          <a:p>
            <a:pPr algn="l"/>
            <a:endParaRPr lang="en-US"/>
          </a:p>
        </p:txBody>
      </p:sp>
      <p:sp>
        <p:nvSpPr>
          <p:cNvPr id="12" name="मुख्य निर्णय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मुख्य निर्णय</a:t>
            </a:r>
          </a:p>
          <a:p>
            <a:pPr algn="l"/>
            <a:endParaRPr lang="en-US"/>
          </a:p>
        </p:txBody>
      </p:sp>
      <p:sp>
        <p:nvSpPr>
          <p:cNvPr id="13" name="सहयोगी / समर्थक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सहयोगी / समर्थक</a:t>
            </a:r>
          </a:p>
          <a:p>
            <a:pPr algn="l"/>
            <a:endParaRPr lang="en-US"/>
          </a:p>
        </p:txBody>
      </p:sp>
      <p:sp>
        <p:nvSpPr>
          <p:cNvPr id="14" name="विरोधी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विरोधी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القائد والحدث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قائد مهم"/>
          <p:cNvSpPr/>
          <p:nvPr/>
        </p:nvSpPr>
        <p:spPr>
          <a:xfrm>
            <a:off x="6222504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قائد مهم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الأثر"/>
          <p:cNvSpPr/>
          <p:nvPr/>
        </p:nvSpPr>
        <p:spPr>
          <a:xfrm>
            <a:off x="6222504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الأثر</a:t>
            </a:r>
          </a:p>
          <a:p>
            <a:pPr algn="l" rtl="1"/>
            <a:endParaRPr lang="en-US"/>
          </a:p>
        </p:txBody>
      </p:sp>
      <p:sp>
        <p:nvSpPr>
          <p:cNvPr id="9" name="الدليل"/>
          <p:cNvSpPr/>
          <p:nvPr/>
        </p:nvSpPr>
        <p:spPr>
          <a:xfrm>
            <a:off x="6222504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الدليل</a:t>
            </a:r>
          </a:p>
          <a:p>
            <a:pPr algn="l" rtl="1"/>
            <a:endParaRPr lang="en-US"/>
          </a:p>
        </p:txBody>
      </p:sp>
      <p:sp>
        <p:nvSpPr>
          <p:cNvPr id="10" name="الحدث"/>
          <p:cNvSpPr/>
          <p:nvPr/>
        </p:nvSpPr>
        <p:spPr>
          <a:xfrm>
            <a:off x="421035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أهداف القائد"/>
          <p:cNvSpPr/>
          <p:nvPr/>
        </p:nvSpPr>
        <p:spPr>
          <a:xfrm>
            <a:off x="3312616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أهداف القائد</a:t>
            </a:r>
          </a:p>
          <a:p>
            <a:pPr algn="l" rtl="1"/>
            <a:endParaRPr lang="en-US"/>
          </a:p>
        </p:txBody>
      </p:sp>
      <p:sp>
        <p:nvSpPr>
          <p:cNvPr id="12" name="قرارات رئيسية"/>
          <p:cNvSpPr/>
          <p:nvPr/>
        </p:nvSpPr>
        <p:spPr>
          <a:xfrm>
            <a:off x="421035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قرارات رئيسية</a:t>
            </a:r>
          </a:p>
          <a:p>
            <a:pPr algn="l" rtl="1"/>
            <a:endParaRPr lang="en-US"/>
          </a:p>
        </p:txBody>
      </p:sp>
      <p:sp>
        <p:nvSpPr>
          <p:cNvPr id="13" name="حلفاء / مؤيدون"/>
          <p:cNvSpPr/>
          <p:nvPr/>
        </p:nvSpPr>
        <p:spPr>
          <a:xfrm>
            <a:off x="3312616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حلفاء / مؤيدون</a:t>
            </a:r>
          </a:p>
          <a:p>
            <a:pPr algn="l" rtl="1"/>
            <a:endParaRPr lang="en-US"/>
          </a:p>
        </p:txBody>
      </p:sp>
      <p:sp>
        <p:nvSpPr>
          <p:cNvPr id="14" name="معارضون"/>
          <p:cNvSpPr/>
          <p:nvPr/>
        </p:nvSpPr>
        <p:spPr>
          <a:xfrm>
            <a:off x="421035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معارضون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رہنما اور واقعہ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ہم رہنما"/>
          <p:cNvSpPr/>
          <p:nvPr/>
        </p:nvSpPr>
        <p:spPr>
          <a:xfrm>
            <a:off x="6222504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اہم رہنما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اثر"/>
          <p:cNvSpPr/>
          <p:nvPr/>
        </p:nvSpPr>
        <p:spPr>
          <a:xfrm>
            <a:off x="6222504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اثر</a:t>
            </a:r>
          </a:p>
          <a:p>
            <a:pPr algn="l" rtl="1"/>
            <a:endParaRPr lang="en-US"/>
          </a:p>
        </p:txBody>
      </p:sp>
      <p:sp>
        <p:nvSpPr>
          <p:cNvPr id="9" name="ثبوت"/>
          <p:cNvSpPr/>
          <p:nvPr/>
        </p:nvSpPr>
        <p:spPr>
          <a:xfrm>
            <a:off x="6222504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ثبوت</a:t>
            </a:r>
          </a:p>
          <a:p>
            <a:pPr algn="l" rtl="1"/>
            <a:endParaRPr lang="en-US"/>
          </a:p>
        </p:txBody>
      </p:sp>
      <p:sp>
        <p:nvSpPr>
          <p:cNvPr id="10" name="واقعہ"/>
          <p:cNvSpPr/>
          <p:nvPr/>
        </p:nvSpPr>
        <p:spPr>
          <a:xfrm>
            <a:off x="421035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رہنما کے مقاصد"/>
          <p:cNvSpPr/>
          <p:nvPr/>
        </p:nvSpPr>
        <p:spPr>
          <a:xfrm>
            <a:off x="3312616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رہنما کے مقاصد</a:t>
            </a:r>
          </a:p>
          <a:p>
            <a:pPr algn="l" rtl="1"/>
            <a:endParaRPr lang="en-US"/>
          </a:p>
        </p:txBody>
      </p:sp>
      <p:sp>
        <p:nvSpPr>
          <p:cNvPr id="12" name="اہم فیصلے"/>
          <p:cNvSpPr/>
          <p:nvPr/>
        </p:nvSpPr>
        <p:spPr>
          <a:xfrm>
            <a:off x="421035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اہم فیصلے</a:t>
            </a:r>
          </a:p>
          <a:p>
            <a:pPr algn="l" rtl="1"/>
            <a:endParaRPr lang="en-US"/>
          </a:p>
        </p:txBody>
      </p:sp>
      <p:sp>
        <p:nvSpPr>
          <p:cNvPr id="13" name="اتحادی / حمایتی"/>
          <p:cNvSpPr/>
          <p:nvPr/>
        </p:nvSpPr>
        <p:spPr>
          <a:xfrm>
            <a:off x="3312616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اتحادی / حمایتی</a:t>
            </a:r>
          </a:p>
          <a:p>
            <a:pPr algn="l" rtl="1"/>
            <a:endParaRPr lang="en-US"/>
          </a:p>
        </p:txBody>
      </p:sp>
      <p:sp>
        <p:nvSpPr>
          <p:cNvPr id="14" name="مخالفین"/>
          <p:cNvSpPr/>
          <p:nvPr/>
        </p:nvSpPr>
        <p:spPr>
          <a:xfrm>
            <a:off x="421035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مخالفین</a:t>
            </a:r>
          </a:p>
          <a:p>
            <a:pPr algn="l" rtl="1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Leader and Event — 7 languages</dc:title>
  <dc:creator>Miguel Guhlin / Miguel Guhlin</dc:creator>
  <cp:lastModifiedBy>Miguel Guhlin</cp:lastModifiedBy>
</cp:coreProperties>
</file>