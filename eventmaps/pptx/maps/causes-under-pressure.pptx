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Causes Under Pressure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ong-Term Causes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Causes</a:t>
            </a:r>
          </a:p>
          <a:p>
            <a:pPr algn="l"/>
            <a:endParaRPr lang="en-US"/>
          </a:p>
        </p:txBody>
      </p:sp>
      <p:sp>
        <p:nvSpPr>
          <p:cNvPr id="8" name="Short-Term Causes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Short-Term Causes</a:t>
            </a:r>
          </a:p>
          <a:p>
            <a:pPr algn="l"/>
            <a:endParaRPr lang="en-US"/>
          </a:p>
        </p:txBody>
      </p:sp>
      <p:sp>
        <p:nvSpPr>
          <p:cNvPr id="9" name="Trigger / Spark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Trigger / Spark</a:t>
            </a:r>
          </a:p>
          <a:p>
            <a:pPr algn="l"/>
            <a:endParaRPr lang="en-US"/>
          </a:p>
        </p:txBody>
      </p:sp>
      <p:sp>
        <p:nvSpPr>
          <p:cNvPr id="10" name="The Event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11" name="Immediate Effects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Effects</a:t>
            </a:r>
          </a:p>
          <a:p>
            <a:pPr algn="l"/>
            <a:endParaRPr lang="en-US"/>
          </a:p>
        </p:txBody>
      </p:sp>
      <p:sp>
        <p:nvSpPr>
          <p:cNvPr id="12" name="Later / Long-Term Effects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Later / Long-Term Effects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Causas bajo presión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s a largo plazo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8" name="Causas a corto plazo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corto plazo</a:t>
            </a:r>
          </a:p>
          <a:p>
            <a:pPr algn="l"/>
            <a:endParaRPr lang="en-US"/>
          </a:p>
        </p:txBody>
      </p:sp>
      <p:sp>
        <p:nvSpPr>
          <p:cNvPr id="9" name="Desencadenante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Desencadenante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11" name="Efectos inmediatos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dưới áp lực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dài hạn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8" name="Nguyên nhân ngắn hạn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ngắn hạn</a:t>
            </a:r>
          </a:p>
          <a:p>
            <a:pPr algn="l"/>
            <a:endParaRPr lang="en-US"/>
          </a:p>
        </p:txBody>
      </p:sp>
      <p:sp>
        <p:nvSpPr>
          <p:cNvPr id="9" name="Tác nhân khởi phát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nhân khởi phát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11" name="Tác động ngay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压力下的原因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长期原因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8" name="短期原因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短期原因</a:t>
            </a:r>
          </a:p>
          <a:p>
            <a:pPr algn="l"/>
            <a:endParaRPr lang="en-US"/>
          </a:p>
        </p:txBody>
      </p:sp>
      <p:sp>
        <p:nvSpPr>
          <p:cNvPr id="9" name="导火索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导火索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11" name="直接影响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दबाव के कारण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ीर्घकालिक कारण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8" name="अल्पकालिक कारण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अल्पकालिक कारण</a:t>
            </a:r>
          </a:p>
          <a:p>
            <a:pPr algn="l"/>
            <a:endParaRPr lang="en-US"/>
          </a:p>
        </p:txBody>
      </p:sp>
      <p:sp>
        <p:nvSpPr>
          <p:cNvPr id="9" name="तुरंत कारण / चिंगारी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कारण / चिंगारी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11" name="तुरंत प्रभाव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أسباب تحت الضغط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أسباب طويلة المدى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8" name="أسباب قصيرة المدى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قصيرة المدى</a:t>
            </a:r>
          </a:p>
          <a:p>
            <a:pPr algn="l" rtl="1"/>
            <a:endParaRPr lang="en-US"/>
          </a:p>
        </p:txBody>
      </p:sp>
      <p:sp>
        <p:nvSpPr>
          <p:cNvPr id="9" name="الشرارة / السبب المباشر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الشرارة / 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11" name="الآثار الفورية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دباؤ کے تحت وجوہات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ویل مدتی وجوہات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8" name="قلیل مدتی وجوہات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قلیل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سبب / چنگاری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سبب / چنگاری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11" name="فوری اثرات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Causes Under Pressure — 7 languages</dc:title>
  <dc:creator>Miguel Guhlin / Miguel Guhlin</dc:creator>
  <cp:lastModifiedBy>Miguel Guhlin</cp:lastModifiedBy>
</cp:coreProperties>
</file>