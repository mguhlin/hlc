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Place Matters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Feature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Features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Feature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Features</a:t>
            </a:r>
          </a:p>
          <a:p>
            <a:pPr algn="l"/>
            <a:endParaRPr lang="en-US"/>
          </a:p>
        </p:txBody>
      </p:sp>
      <p:sp>
        <p:nvSpPr>
          <p:cNvPr id="10" name="Why did it happen here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it happen here?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How did place affect the event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place affect the event?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El lugar importa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racterísticas física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físicas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Características humana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humanas</a:t>
            </a:r>
          </a:p>
          <a:p>
            <a:pPr algn="l"/>
            <a:endParaRPr lang="en-US"/>
          </a:p>
        </p:txBody>
      </p:sp>
      <p:sp>
        <p:nvSpPr>
          <p:cNvPr id="10" name="¿Por qué ocurrió aquí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ocurrió aquí?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Cómo influyó el lugar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influyó el lugar?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điểm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ặc điểm tự nhiên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ặc điểm con người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con người</a:t>
            </a:r>
          </a:p>
          <a:p>
            <a:pPr algn="l"/>
            <a:endParaRPr lang="en-US"/>
          </a:p>
        </p:txBody>
      </p:sp>
      <p:sp>
        <p:nvSpPr>
          <p:cNvPr id="10" name="Vì sao xảy ra ở đây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xảy ra ở đây?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Địa điểm ảnh hưởng thế nào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điểm ảnh hưởng thế nào?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地点的重要性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特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自然地理特征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特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人文地理特征</a:t>
            </a:r>
          </a:p>
          <a:p>
            <a:pPr algn="l"/>
            <a:endParaRPr lang="en-US"/>
          </a:p>
        </p:txBody>
      </p:sp>
      <p:sp>
        <p:nvSpPr>
          <p:cNvPr id="10" name="为什么发生在这里？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为什么发生在这里？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地点怎样影响事件？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地点怎样影响事件？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है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विशेषताए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विशेषताएँ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ीय विशेषताए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मानवीय विशेषताएँ</a:t>
            </a:r>
          </a:p>
          <a:p>
            <a:pPr algn="l"/>
            <a:endParaRPr lang="en-US"/>
          </a:p>
        </p:txBody>
      </p:sp>
      <p:sp>
        <p:nvSpPr>
          <p:cNvPr id="10" name="यह यहाँ क्यों हुआ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यहाँ क्यों हुआ?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ने घटना को कैसे प्रभावित किया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ने घटना को कैसे प्रभावित किया?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أهمية المكان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خصائص الطبيعية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خصائص البشرية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البشرية</a:t>
            </a:r>
          </a:p>
          <a:p>
            <a:pPr algn="l" rtl="1"/>
            <a:endParaRPr lang="en-US"/>
          </a:p>
        </p:txBody>
      </p:sp>
      <p:sp>
        <p:nvSpPr>
          <p:cNvPr id="10" name="لماذا حدث هن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حدث هنا؟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كيف أثّر المكان في الحدث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أثّر المكان في الحدث؟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مقام کی اہمیت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درتی خصوصیات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قدرتی خصوصیات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خصوصیات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خصوصیات</a:t>
            </a:r>
          </a:p>
          <a:p>
            <a:pPr algn="l" rtl="1"/>
            <a:endParaRPr lang="en-US"/>
          </a:p>
        </p:txBody>
      </p:sp>
      <p:sp>
        <p:nvSpPr>
          <p:cNvPr id="10" name="یہ یہاں کیوں ہو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یہاں کیوں ہوا؟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جگہ نے واقعے کو کیسے متاثر کیا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جگہ نے واقعے کو کیسے متاثر کیا؟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Matters — 7 languages</dc:title>
  <dc:creator>Miguel Guhlin / Miguel Guhlin</dc:creator>
  <cp:lastModifiedBy>Miguel Guhlin</cp:lastModifiedBy>
</cp:coreProperties>
</file>