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Then and Now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What changed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changed?</a:t>
            </a:r>
          </a:p>
          <a:p>
            <a:pPr algn="l"/>
            <a:endParaRPr lang="en-US"/>
          </a:p>
        </p:txBody>
      </p:sp>
      <p:sp>
        <p:nvSpPr>
          <p:cNvPr id="11" name="What stayed the same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Antes y después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¿Qué cambió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cambió?</a:t>
            </a:r>
          </a:p>
          <a:p>
            <a:pPr algn="l"/>
            <a:endParaRPr lang="en-US"/>
          </a:p>
        </p:txBody>
      </p:sp>
      <p:sp>
        <p:nvSpPr>
          <p:cNvPr id="11" name="¿Qué permaneció igual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Trước và Sau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Điều gì thay đổi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thay đổi?</a:t>
            </a:r>
          </a:p>
          <a:p>
            <a:pPr algn="l"/>
            <a:endParaRPr lang="en-US"/>
          </a:p>
        </p:txBody>
      </p:sp>
      <p:sp>
        <p:nvSpPr>
          <p:cNvPr id="11" name="Điều gì vẫn như cũ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前后变化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发生了什么变化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发生了什么变化？</a:t>
            </a:r>
          </a:p>
          <a:p>
            <a:pPr algn="l"/>
            <a:endParaRPr lang="en-US"/>
          </a:p>
        </p:txBody>
      </p:sp>
      <p:sp>
        <p:nvSpPr>
          <p:cNvPr id="11" name="什么保持不变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पहले और बाद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क्या बदला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बदला?</a:t>
            </a:r>
          </a:p>
          <a:p>
            <a:pPr algn="l"/>
            <a:endParaRPr lang="en-US"/>
          </a:p>
        </p:txBody>
      </p:sp>
      <p:sp>
        <p:nvSpPr>
          <p:cNvPr id="11" name="क्या समान रहा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قبل وبعد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ما الذي تغيّر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تغيّر؟</a:t>
            </a:r>
          </a:p>
          <a:p>
            <a:pPr algn="l" rtl="1"/>
            <a:endParaRPr lang="en-US"/>
          </a:p>
        </p:txBody>
      </p:sp>
      <p:sp>
        <p:nvSpPr>
          <p:cNvPr id="11" name="ما الذي بقي كما هو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پہلے اور 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کیا بدلا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بدلا؟</a:t>
            </a:r>
          </a:p>
          <a:p>
            <a:pPr algn="l" rtl="1"/>
            <a:endParaRPr lang="en-US"/>
          </a:p>
        </p:txBody>
      </p:sp>
      <p:sp>
        <p:nvSpPr>
          <p:cNvPr id="11" name="کیا ویسا ہی رہا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Then and Now — 7 languages</dc:title>
  <dc:creator>Miguel Guhlin / Miguel Guhlin</dc:creator>
  <cp:lastModifiedBy>Miguel Guhlin</cp:lastModifiedBy>
</cp:coreProperties>
</file>