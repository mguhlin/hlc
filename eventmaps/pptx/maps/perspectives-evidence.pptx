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Perspectives and Evidence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e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Perspective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2</a:t>
            </a:r>
          </a:p>
          <a:p>
            <a:pPr algn="l"/>
            <a:endParaRPr lang="en-US"/>
          </a:p>
        </p:txBody>
      </p:sp>
      <p:sp>
        <p:nvSpPr>
          <p:cNvPr id="10" name="Perspective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3</a:t>
            </a:r>
          </a:p>
          <a:p>
            <a:pPr algn="l"/>
            <a:endParaRPr lang="en-US"/>
          </a:p>
        </p:txBody>
      </p:sp>
      <p:sp>
        <p:nvSpPr>
          <p:cNvPr id="11" name="Perspective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4</a:t>
            </a:r>
          </a:p>
          <a:p>
            <a:pPr algn="l"/>
            <a:endParaRPr lang="en-US"/>
          </a:p>
        </p:txBody>
      </p:sp>
      <p:sp>
        <p:nvSpPr>
          <p:cNvPr id="12" name="Evidence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3" name="Where did they agree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4" name="Where did they conflict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5" name="Whose voice is missing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y evidencia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a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Perspectiva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2</a:t>
            </a:r>
          </a:p>
          <a:p>
            <a:pPr algn="l"/>
            <a:endParaRPr lang="en-US"/>
          </a:p>
        </p:txBody>
      </p:sp>
      <p:sp>
        <p:nvSpPr>
          <p:cNvPr id="10" name="Perspectiva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3</a:t>
            </a:r>
          </a:p>
          <a:p>
            <a:pPr algn="l"/>
            <a:endParaRPr lang="en-US"/>
          </a:p>
        </p:txBody>
      </p:sp>
      <p:sp>
        <p:nvSpPr>
          <p:cNvPr id="11" name="Perspectiva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4</a:t>
            </a:r>
          </a:p>
          <a:p>
            <a:pPr algn="l"/>
            <a:endParaRPr lang="en-US"/>
          </a:p>
        </p:txBody>
      </p:sp>
      <p:sp>
        <p:nvSpPr>
          <p:cNvPr id="12" name="Evidencia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3" name="¿En qué coincidieron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4" name="¿En qué discreparon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5" name="¿Qué voz falta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Góc nhìn và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óc nhìn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Góc nhìn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2</a:t>
            </a:r>
          </a:p>
          <a:p>
            <a:pPr algn="l"/>
            <a:endParaRPr lang="en-US"/>
          </a:p>
        </p:txBody>
      </p:sp>
      <p:sp>
        <p:nvSpPr>
          <p:cNvPr id="10" name="Góc nhìn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3</a:t>
            </a:r>
          </a:p>
          <a:p>
            <a:pPr algn="l"/>
            <a:endParaRPr lang="en-US"/>
          </a:p>
        </p:txBody>
      </p:sp>
      <p:sp>
        <p:nvSpPr>
          <p:cNvPr id="11" name="Góc nhìn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4</a:t>
            </a:r>
          </a:p>
          <a:p>
            <a:pPr algn="l"/>
            <a:endParaRPr lang="en-US"/>
          </a:p>
        </p:txBody>
      </p:sp>
      <p:sp>
        <p:nvSpPr>
          <p:cNvPr id="12" name="Bằng chứng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3" name="Họ đồng ý ở điểm nào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4" name="Họ bất đồng ở điểm nào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5" name="Tiếng nói nào còn thiếu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视角与证据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观点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观点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2</a:t>
            </a:r>
          </a:p>
          <a:p>
            <a:pPr algn="l"/>
            <a:endParaRPr lang="en-US"/>
          </a:p>
        </p:txBody>
      </p:sp>
      <p:sp>
        <p:nvSpPr>
          <p:cNvPr id="10" name="观点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3</a:t>
            </a:r>
          </a:p>
          <a:p>
            <a:pPr algn="l"/>
            <a:endParaRPr lang="en-US"/>
          </a:p>
        </p:txBody>
      </p:sp>
      <p:sp>
        <p:nvSpPr>
          <p:cNvPr id="11" name="观点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4</a:t>
            </a:r>
          </a:p>
          <a:p>
            <a:pPr algn="l"/>
            <a:endParaRPr lang="en-US"/>
          </a:p>
        </p:txBody>
      </p:sp>
      <p:sp>
        <p:nvSpPr>
          <p:cNvPr id="12" name="证据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3" name="他们在哪些方面一致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4" name="他们在哪些方面冲突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5" name="缺少谁的声音？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और प्रमाण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ृष्टिकोण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दृष्टिकोण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2</a:t>
            </a:r>
          </a:p>
          <a:p>
            <a:pPr algn="l"/>
            <a:endParaRPr lang="en-US"/>
          </a:p>
        </p:txBody>
      </p:sp>
      <p:sp>
        <p:nvSpPr>
          <p:cNvPr id="10" name="दृष्टिकोण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3</a:t>
            </a:r>
          </a:p>
          <a:p>
            <a:pPr algn="l"/>
            <a:endParaRPr lang="en-US"/>
          </a:p>
        </p:txBody>
      </p:sp>
      <p:sp>
        <p:nvSpPr>
          <p:cNvPr id="11" name="दृष्टिकोण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4</a:t>
            </a:r>
          </a:p>
          <a:p>
            <a:pPr algn="l"/>
            <a:endParaRPr lang="en-US"/>
          </a:p>
        </p:txBody>
      </p:sp>
      <p:sp>
        <p:nvSpPr>
          <p:cNvPr id="12" name="प्रमाण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3" name="वे कहाँ सहमत थे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4" name="वे कहाँ असहमत थे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5" name="किसकी आवाज़ गायब है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النظر والأدلة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نظو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نظو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2</a:t>
            </a:r>
          </a:p>
          <a:p>
            <a:pPr algn="l" rtl="1"/>
            <a:endParaRPr lang="en-US"/>
          </a:p>
        </p:txBody>
      </p:sp>
      <p:sp>
        <p:nvSpPr>
          <p:cNvPr id="10" name="المنظو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3</a:t>
            </a:r>
          </a:p>
          <a:p>
            <a:pPr algn="l" rtl="1"/>
            <a:endParaRPr lang="en-US"/>
          </a:p>
        </p:txBody>
      </p:sp>
      <p:sp>
        <p:nvSpPr>
          <p:cNvPr id="11" name="المنظو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4</a:t>
            </a:r>
          </a:p>
          <a:p>
            <a:pPr algn="l" rtl="1"/>
            <a:endParaRPr lang="en-US"/>
          </a:p>
        </p:txBody>
      </p:sp>
      <p:sp>
        <p:nvSpPr>
          <p:cNvPr id="12" name="الدليل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3" name="أين اتفقوا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4" name="أين اختلفوا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5" name="صوت من غائب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نقطہ نظر اور ثبوت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نقطۂ نظ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نقطۂ نظ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2</a:t>
            </a:r>
          </a:p>
          <a:p>
            <a:pPr algn="l" rtl="1"/>
            <a:endParaRPr lang="en-US"/>
          </a:p>
        </p:txBody>
      </p:sp>
      <p:sp>
        <p:nvSpPr>
          <p:cNvPr id="10" name="نقطۂ نظ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3</a:t>
            </a:r>
          </a:p>
          <a:p>
            <a:pPr algn="l" rtl="1"/>
            <a:endParaRPr lang="en-US"/>
          </a:p>
        </p:txBody>
      </p:sp>
      <p:sp>
        <p:nvSpPr>
          <p:cNvPr id="11" name="نقطۂ نظ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4</a:t>
            </a:r>
          </a:p>
          <a:p>
            <a:pPr algn="l" rtl="1"/>
            <a:endParaRPr lang="en-US"/>
          </a:p>
        </p:txBody>
      </p:sp>
      <p:sp>
        <p:nvSpPr>
          <p:cNvPr id="12" name="ثبوت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3" name="وہ کہاں متفق تھے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4" name="وہ کہاں مختلف تھے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5" name="کس کی آواز غائب ہے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Perspectives and Evidence — 7 languages</dc:title>
  <dc:creator>Miguel Guhlin / Miguel Guhlin</dc:creator>
  <cp:lastModifiedBy>Miguel Guhlin</cp:lastModifiedBy>
</cp:coreProperties>
</file>