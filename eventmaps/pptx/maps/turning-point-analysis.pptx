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Turning Point Analysis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9" name="Immediate Change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Change</a:t>
            </a:r>
          </a:p>
          <a:p>
            <a:pPr algn="l"/>
            <a:endParaRPr lang="en-US"/>
          </a:p>
        </p:txBody>
      </p:sp>
      <p:sp>
        <p:nvSpPr>
          <p:cNvPr id="10" name="Long-Term Change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Change</a:t>
            </a:r>
          </a:p>
          <a:p>
            <a:pPr algn="l"/>
            <a:endParaRPr lang="en-US"/>
          </a:p>
        </p:txBody>
      </p:sp>
      <p:sp>
        <p:nvSpPr>
          <p:cNvPr id="11" name="What continued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continued?</a:t>
            </a:r>
          </a:p>
          <a:p>
            <a:pPr algn="l"/>
            <a:endParaRPr lang="en-US"/>
          </a:p>
        </p:txBody>
      </p:sp>
      <p:sp>
        <p:nvSpPr>
          <p:cNvPr id="12" name="Was it truly a turning poin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Was it truly a turning point?</a:t>
            </a:r>
          </a:p>
          <a:p>
            <a:pPr algn="l"/>
            <a:endParaRPr lang="en-US"/>
          </a:p>
        </p:txBody>
      </p:sp>
      <p:sp>
        <p:nvSpPr>
          <p:cNvPr id="13" name="Evidence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Análisis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Cambio inmediato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inmediato</a:t>
            </a:r>
          </a:p>
          <a:p>
            <a:pPr algn="l"/>
            <a:endParaRPr lang="en-US"/>
          </a:p>
        </p:txBody>
      </p:sp>
      <p:sp>
        <p:nvSpPr>
          <p:cNvPr id="10" name="Cambio a largo plazo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1" name="¿Qué continuó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continuó?</a:t>
            </a:r>
          </a:p>
          <a:p>
            <a:pPr algn="l"/>
            <a:endParaRPr lang="en-US"/>
          </a:p>
        </p:txBody>
      </p:sp>
      <p:sp>
        <p:nvSpPr>
          <p:cNvPr id="12" name="¿Fue realmente un punto de inflexión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¿Fue realmente un punto de inflexión?</a:t>
            </a:r>
          </a:p>
          <a:p>
            <a:pPr algn="l"/>
            <a:endParaRPr lang="en-US"/>
          </a:p>
        </p:txBody>
      </p:sp>
      <p:sp>
        <p:nvSpPr>
          <p:cNvPr id="13" name="Evidencia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Phân tích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Thay đổi ngay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ngay</a:t>
            </a:r>
          </a:p>
          <a:p>
            <a:pPr algn="l"/>
            <a:endParaRPr lang="en-US"/>
          </a:p>
        </p:txBody>
      </p:sp>
      <p:sp>
        <p:nvSpPr>
          <p:cNvPr id="10" name="Thay đổi dài hạn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1" name="Điều gì tiếp tục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tiếp tục?</a:t>
            </a:r>
          </a:p>
          <a:p>
            <a:pPr algn="l"/>
            <a:endParaRPr lang="en-US"/>
          </a:p>
        </p:txBody>
      </p:sp>
      <p:sp>
        <p:nvSpPr>
          <p:cNvPr id="12" name="Có thực sự là bước ngoặ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Có thực sự là bước ngoặt?</a:t>
            </a:r>
          </a:p>
          <a:p>
            <a:pPr algn="l"/>
            <a:endParaRPr lang="en-US"/>
          </a:p>
        </p:txBody>
      </p:sp>
      <p:sp>
        <p:nvSpPr>
          <p:cNvPr id="13" name="Bằng chứng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转折点分析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直接变化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直接变化</a:t>
            </a:r>
          </a:p>
          <a:p>
            <a:pPr algn="l"/>
            <a:endParaRPr lang="en-US"/>
          </a:p>
        </p:txBody>
      </p:sp>
      <p:sp>
        <p:nvSpPr>
          <p:cNvPr id="10" name="长期变化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1" name="什么延续下来？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什么延续下来？</a:t>
            </a:r>
          </a:p>
          <a:p>
            <a:pPr algn="l"/>
            <a:endParaRPr lang="en-US"/>
          </a:p>
        </p:txBody>
      </p:sp>
      <p:sp>
        <p:nvSpPr>
          <p:cNvPr id="12" name="它真的是转折点吗？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它真的是转折点吗？</a:t>
            </a:r>
          </a:p>
          <a:p>
            <a:pPr algn="l"/>
            <a:endParaRPr lang="en-US"/>
          </a:p>
        </p:txBody>
      </p:sp>
      <p:sp>
        <p:nvSpPr>
          <p:cNvPr id="13" name="证据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विश्लेषण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तत्काल बदलाव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बदलाव</a:t>
            </a:r>
          </a:p>
          <a:p>
            <a:pPr algn="l"/>
            <a:endParaRPr lang="en-US"/>
          </a:p>
        </p:txBody>
      </p:sp>
      <p:sp>
        <p:nvSpPr>
          <p:cNvPr id="10" name="दीर्घकालिक बदलाव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1" name="क्या जारी रहा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जारी रहा?</a:t>
            </a:r>
          </a:p>
          <a:p>
            <a:pPr algn="l"/>
            <a:endParaRPr lang="en-US"/>
          </a:p>
        </p:txBody>
      </p:sp>
      <p:sp>
        <p:nvSpPr>
          <p:cNvPr id="12" name="क्या यह वास्तव में मोड़ बिंदु था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यह वास्तव में मोड़ बिंदु था?</a:t>
            </a:r>
          </a:p>
          <a:p>
            <a:pPr algn="l"/>
            <a:endParaRPr lang="en-US"/>
          </a:p>
        </p:txBody>
      </p:sp>
      <p:sp>
        <p:nvSpPr>
          <p:cNvPr id="13" name="प्रमाण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تحليل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تغيير فوري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فوري</a:t>
            </a:r>
          </a:p>
          <a:p>
            <a:pPr algn="l" rtl="1"/>
            <a:endParaRPr lang="en-US"/>
          </a:p>
        </p:txBody>
      </p:sp>
      <p:sp>
        <p:nvSpPr>
          <p:cNvPr id="10" name="تغيير طويل المدى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1" name="ما الذي استمر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استمر؟</a:t>
            </a:r>
          </a:p>
          <a:p>
            <a:pPr algn="l" rtl="1"/>
            <a:endParaRPr lang="en-US"/>
          </a:p>
        </p:txBody>
      </p:sp>
      <p:sp>
        <p:nvSpPr>
          <p:cNvPr id="12" name="هل كان فعلًا نقطة تحوّل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هل كان فعلًا نقطة تحوّل؟</a:t>
            </a:r>
          </a:p>
          <a:p>
            <a:pPr algn="l" rtl="1"/>
            <a:endParaRPr lang="en-US"/>
          </a:p>
        </p:txBody>
      </p:sp>
      <p:sp>
        <p:nvSpPr>
          <p:cNvPr id="13" name="الدليل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تجزیہ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فوری تبدیلی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تبدیلی</a:t>
            </a:r>
          </a:p>
          <a:p>
            <a:pPr algn="l" rtl="1"/>
            <a:endParaRPr lang="en-US"/>
          </a:p>
        </p:txBody>
      </p:sp>
      <p:sp>
        <p:nvSpPr>
          <p:cNvPr id="10" name="طویل مدتی تبدیلی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1" name="کیا جاری رہا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جاری رہا؟</a:t>
            </a:r>
          </a:p>
          <a:p>
            <a:pPr algn="l" rtl="1"/>
            <a:endParaRPr lang="en-US"/>
          </a:p>
        </p:txBody>
      </p:sp>
      <p:sp>
        <p:nvSpPr>
          <p:cNvPr id="12" name="کیا یہ واقعی اہم موڑ تھا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یہ واقعی اہم موڑ تھا؟</a:t>
            </a:r>
          </a:p>
          <a:p>
            <a:pPr algn="l" rtl="1"/>
            <a:endParaRPr lang="en-US"/>
          </a:p>
        </p:txBody>
      </p:sp>
      <p:sp>
        <p:nvSpPr>
          <p:cNvPr id="13" name="ثبوت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Point Analysis — 7 languages</dc:title>
  <dc:creator>Miguel Guhlin / Miguel Guhlin</dc:creator>
  <cp:lastModifiedBy>Miguel Guhlin</cp:lastModifiedBy>
</cp:coreProperties>
</file>