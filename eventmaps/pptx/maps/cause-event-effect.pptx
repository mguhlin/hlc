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Cause → Event → Effect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Why was it important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8" name="What caused it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caused it?</a:t>
            </a:r>
          </a:p>
        </p:txBody>
      </p:sp>
      <p:sp>
        <p:nvSpPr>
          <p:cNvPr id="9" name="The Event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Immediate Effects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Effects</a:t>
            </a:r>
          </a:p>
        </p:txBody>
      </p:sp>
      <p:sp>
        <p:nvSpPr>
          <p:cNvPr id="11" name="Who was involved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 was involved?</a:t>
            </a:r>
          </a:p>
          <a:p>
            <a:pPr algn="l"/>
            <a:endParaRPr lang="en-US"/>
          </a:p>
        </p:txBody>
      </p:sp>
      <p:sp>
        <p:nvSpPr>
          <p:cNvPr id="12" name="Later / Long-Term Effects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Later / Long-Term Effects</a:t>
            </a:r>
          </a:p>
          <a:p>
            <a:pPr algn="l"/>
            <a:endParaRPr lang="en-US"/>
          </a:p>
        </p:txBody>
      </p:sp>
      <p:sp>
        <p:nvSpPr>
          <p:cNvPr id="13" name="What can you conclude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Causa → Evento → Efecto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Por qué fue importante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8" name="¿Qué lo causó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</p:txBody>
      </p:sp>
      <p:sp>
        <p:nvSpPr>
          <p:cNvPr id="9" name="El evento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Efectos inmediatos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inmediatos</a:t>
            </a:r>
          </a:p>
        </p:txBody>
      </p:sp>
      <p:sp>
        <p:nvSpPr>
          <p:cNvPr id="11" name="¿Quiénes participaron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2" name="Efectos posteriores / a largo plazo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posteriores / a largo plazo</a:t>
            </a:r>
          </a:p>
          <a:p>
            <a:pPr algn="l"/>
            <a:endParaRPr lang="en-US"/>
          </a:p>
        </p:txBody>
      </p:sp>
      <p:sp>
        <p:nvSpPr>
          <p:cNvPr id="13" name="¿Qué puedes concluir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Nguyên nhân → Sự kiện → Hệ quả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Vì sao quan trọng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8" name="Điều gì gây ra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</p:txBody>
      </p:sp>
      <p:sp>
        <p:nvSpPr>
          <p:cNvPr id="9" name="Sự kiện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Tác động ngay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ngay</a:t>
            </a:r>
          </a:p>
        </p:txBody>
      </p:sp>
      <p:sp>
        <p:nvSpPr>
          <p:cNvPr id="11" name="Ai tham gia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2" name="Tác động về sau / lâu dài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về sau / lâu dài</a:t>
            </a:r>
          </a:p>
          <a:p>
            <a:pPr algn="l"/>
            <a:endParaRPr lang="en-US"/>
          </a:p>
        </p:txBody>
      </p:sp>
      <p:sp>
        <p:nvSpPr>
          <p:cNvPr id="13" name="Bạn có thể kết luận gì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原因 → 事件 → 结果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为什么重要？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8" name="是什么导致的？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</p:txBody>
      </p:sp>
      <p:sp>
        <p:nvSpPr>
          <p:cNvPr id="9" name="事件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直接影响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直接影响</a:t>
            </a:r>
          </a:p>
        </p:txBody>
      </p:sp>
      <p:sp>
        <p:nvSpPr>
          <p:cNvPr id="11" name="谁参与了？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2" name="后续 / 长期影响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后续 / 长期影响</a:t>
            </a:r>
          </a:p>
          <a:p>
            <a:pPr algn="l"/>
            <a:endParaRPr lang="en-US"/>
          </a:p>
        </p:txBody>
      </p:sp>
      <p:sp>
        <p:nvSpPr>
          <p:cNvPr id="13" name="你能得出什么结论？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कारण → घटना → प्रभाव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यह महत्वपूर्ण क्यों था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8" name="यह क्यों हुआ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क्यों हुआ?</a:t>
            </a:r>
          </a:p>
        </p:txBody>
      </p:sp>
      <p:sp>
        <p:nvSpPr>
          <p:cNvPr id="9" name="घटना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तुरंत प्रभाव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तुरंत प्रभाव</a:t>
            </a:r>
          </a:p>
        </p:txBody>
      </p:sp>
      <p:sp>
        <p:nvSpPr>
          <p:cNvPr id="11" name="कौन शामिल था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2" name="बाद के / दीर्घकालिक प्रभाव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बाद के / दीर्घकालिक प्रभाव</a:t>
            </a:r>
          </a:p>
          <a:p>
            <a:pPr algn="l"/>
            <a:endParaRPr lang="en-US"/>
          </a:p>
        </p:txBody>
      </p:sp>
      <p:sp>
        <p:nvSpPr>
          <p:cNvPr id="13" name="आप क्या निष्कर्ष निकाल सकते हैं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السبب ← الحدث ← الأثر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لماذا كان مهمًا؟"/>
          <p:cNvSpPr/>
          <p:nvPr/>
        </p:nvSpPr>
        <p:spPr>
          <a:xfrm>
            <a:off x="3380036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8" name="ما الذي سببه؟"/>
          <p:cNvSpPr/>
          <p:nvPr/>
        </p:nvSpPr>
        <p:spPr>
          <a:xfrm>
            <a:off x="6751588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سببه؟</a:t>
            </a:r>
          </a:p>
        </p:txBody>
      </p:sp>
      <p:sp>
        <p:nvSpPr>
          <p:cNvPr id="9" name="الحدث"/>
          <p:cNvSpPr/>
          <p:nvPr/>
        </p:nvSpPr>
        <p:spPr>
          <a:xfrm>
            <a:off x="3380036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الآثار الفورية"/>
          <p:cNvSpPr/>
          <p:nvPr/>
        </p:nvSpPr>
        <p:spPr>
          <a:xfrm>
            <a:off x="421035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الفورية</a:t>
            </a:r>
          </a:p>
        </p:txBody>
      </p:sp>
      <p:sp>
        <p:nvSpPr>
          <p:cNvPr id="11" name="من شارك؟"/>
          <p:cNvSpPr/>
          <p:nvPr/>
        </p:nvSpPr>
        <p:spPr>
          <a:xfrm>
            <a:off x="6751588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2" name="الآثار اللاحقة / طويلة المدى"/>
          <p:cNvSpPr/>
          <p:nvPr/>
        </p:nvSpPr>
        <p:spPr>
          <a:xfrm>
            <a:off x="421035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الآثار اللاحقة / طويلة المدى</a:t>
            </a:r>
          </a:p>
          <a:p>
            <a:pPr algn="l" rtl="1"/>
            <a:endParaRPr lang="en-US"/>
          </a:p>
        </p:txBody>
      </p:sp>
      <p:sp>
        <p:nvSpPr>
          <p:cNvPr id="13" name="ما الاستنتاج الذي يمكنك الوصول إليه؟"/>
          <p:cNvSpPr/>
          <p:nvPr/>
        </p:nvSpPr>
        <p:spPr>
          <a:xfrm>
            <a:off x="3380036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وجہ ← واقعہ ← اثر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یہ اہم کیوں تھا؟"/>
          <p:cNvSpPr/>
          <p:nvPr/>
        </p:nvSpPr>
        <p:spPr>
          <a:xfrm>
            <a:off x="3380036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8" name="اس کی وجہ کیا تھی؟"/>
          <p:cNvSpPr/>
          <p:nvPr/>
        </p:nvSpPr>
        <p:spPr>
          <a:xfrm>
            <a:off x="6751588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اس کی وجہ کیا تھی؟</a:t>
            </a:r>
          </a:p>
        </p:txBody>
      </p:sp>
      <p:sp>
        <p:nvSpPr>
          <p:cNvPr id="9" name="واقعہ"/>
          <p:cNvSpPr/>
          <p:nvPr/>
        </p:nvSpPr>
        <p:spPr>
          <a:xfrm>
            <a:off x="3380036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فوری اثرات"/>
          <p:cNvSpPr/>
          <p:nvPr/>
        </p:nvSpPr>
        <p:spPr>
          <a:xfrm>
            <a:off x="421035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اثرات</a:t>
            </a:r>
          </a:p>
        </p:txBody>
      </p:sp>
      <p:sp>
        <p:nvSpPr>
          <p:cNvPr id="11" name="کون شامل تھا؟"/>
          <p:cNvSpPr/>
          <p:nvPr/>
        </p:nvSpPr>
        <p:spPr>
          <a:xfrm>
            <a:off x="6751588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2" name="بعد کے / طویل مدتی اثرات"/>
          <p:cNvSpPr/>
          <p:nvPr/>
        </p:nvSpPr>
        <p:spPr>
          <a:xfrm>
            <a:off x="421035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بعد کے / طویل مدتی اثرات</a:t>
            </a:r>
          </a:p>
          <a:p>
            <a:pPr algn="l" rtl="1"/>
            <a:endParaRPr lang="en-US"/>
          </a:p>
        </p:txBody>
      </p:sp>
      <p:sp>
        <p:nvSpPr>
          <p:cNvPr id="13" name="آپ کیا نتیجہ نکال سکتے ہیں؟"/>
          <p:cNvSpPr/>
          <p:nvPr/>
        </p:nvSpPr>
        <p:spPr>
          <a:xfrm>
            <a:off x="3380036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 → Event → Effect — 7 languages</dc:title>
  <dc:creator>Miguel Guhlin / Miguel Guhlin</dc:creator>
  <cp:lastModifiedBy>Miguel Guhlin</cp:lastModifiedBy>
</cp:coreProperties>
</file>