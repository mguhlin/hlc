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Multiple Perspectives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oup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1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Group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2</a:t>
            </a:r>
          </a:p>
          <a:p>
            <a:pPr algn="l"/>
            <a:endParaRPr lang="en-US"/>
          </a:p>
        </p:txBody>
      </p:sp>
      <p:sp>
        <p:nvSpPr>
          <p:cNvPr id="10" name="Group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3</a:t>
            </a:r>
          </a:p>
          <a:p>
            <a:pPr algn="l"/>
            <a:endParaRPr lang="en-US"/>
          </a:p>
        </p:txBody>
      </p:sp>
      <p:sp>
        <p:nvSpPr>
          <p:cNvPr id="11" name="Group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Group 4</a:t>
            </a:r>
          </a:p>
          <a:p>
            <a:pPr algn="l"/>
            <a:endParaRPr lang="en-US"/>
          </a:p>
        </p:txBody>
      </p:sp>
      <p:sp>
        <p:nvSpPr>
          <p:cNvPr id="12" name="Where did they agree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agree?</a:t>
            </a:r>
          </a:p>
          <a:p>
            <a:pPr algn="l"/>
            <a:endParaRPr lang="en-US"/>
          </a:p>
        </p:txBody>
      </p:sp>
      <p:sp>
        <p:nvSpPr>
          <p:cNvPr id="13" name="Where did they conflict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conflict?</a:t>
            </a:r>
          </a:p>
          <a:p>
            <a:pPr algn="l"/>
            <a:endParaRPr lang="en-US"/>
          </a:p>
        </p:txBody>
      </p:sp>
      <p:sp>
        <p:nvSpPr>
          <p:cNvPr id="14" name="Whose voice is missing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Whose voice is missing?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múltiples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upo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rupo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l"/>
            <a:endParaRPr lang="en-US"/>
          </a:p>
        </p:txBody>
      </p:sp>
      <p:sp>
        <p:nvSpPr>
          <p:cNvPr id="10" name="Grupo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l"/>
            <a:endParaRPr lang="en-US"/>
          </a:p>
        </p:txBody>
      </p:sp>
      <p:sp>
        <p:nvSpPr>
          <p:cNvPr id="11" name="Grupo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4</a:t>
            </a:r>
          </a:p>
          <a:p>
            <a:pPr algn="l"/>
            <a:endParaRPr lang="en-US"/>
          </a:p>
        </p:txBody>
      </p:sp>
      <p:sp>
        <p:nvSpPr>
          <p:cNvPr id="12" name="¿En qué coincidieron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3" name="¿En qué discreparon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4" name="¿Qué voz falta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Nhiều góc nhìn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hóm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Nhóm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l"/>
            <a:endParaRPr lang="en-US"/>
          </a:p>
        </p:txBody>
      </p:sp>
      <p:sp>
        <p:nvSpPr>
          <p:cNvPr id="10" name="Nhóm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l"/>
            <a:endParaRPr lang="en-US"/>
          </a:p>
        </p:txBody>
      </p:sp>
      <p:sp>
        <p:nvSpPr>
          <p:cNvPr id="11" name="Nhóm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4</a:t>
            </a:r>
          </a:p>
          <a:p>
            <a:pPr algn="l"/>
            <a:endParaRPr lang="en-US"/>
          </a:p>
        </p:txBody>
      </p:sp>
      <p:sp>
        <p:nvSpPr>
          <p:cNvPr id="12" name="Họ đồng ý ở điểm nào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3" name="Họ bất đồng ở điểm nào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4" name="Tiếng nói nào còn thiếu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多重视角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群体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群体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l"/>
            <a:endParaRPr lang="en-US"/>
          </a:p>
        </p:txBody>
      </p:sp>
      <p:sp>
        <p:nvSpPr>
          <p:cNvPr id="10" name="群体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l"/>
            <a:endParaRPr lang="en-US"/>
          </a:p>
        </p:txBody>
      </p:sp>
      <p:sp>
        <p:nvSpPr>
          <p:cNvPr id="11" name="群体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4</a:t>
            </a:r>
          </a:p>
          <a:p>
            <a:pPr algn="l"/>
            <a:endParaRPr lang="en-US"/>
          </a:p>
        </p:txBody>
      </p:sp>
      <p:sp>
        <p:nvSpPr>
          <p:cNvPr id="12" name="他们在哪些方面一致？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3" name="他们在哪些方面冲突？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4" name="缺少谁的声音？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अनेक दृष्टिकोण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समूह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समूह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2</a:t>
            </a:r>
          </a:p>
          <a:p>
            <a:pPr algn="l"/>
            <a:endParaRPr lang="en-US"/>
          </a:p>
        </p:txBody>
      </p:sp>
      <p:sp>
        <p:nvSpPr>
          <p:cNvPr id="10" name="समूह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3</a:t>
            </a:r>
          </a:p>
          <a:p>
            <a:pPr algn="l"/>
            <a:endParaRPr lang="en-US"/>
          </a:p>
        </p:txBody>
      </p:sp>
      <p:sp>
        <p:nvSpPr>
          <p:cNvPr id="11" name="समूह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समूह 4</a:t>
            </a:r>
          </a:p>
          <a:p>
            <a:pPr algn="l"/>
            <a:endParaRPr lang="en-US"/>
          </a:p>
        </p:txBody>
      </p:sp>
      <p:sp>
        <p:nvSpPr>
          <p:cNvPr id="12" name="वे कहाँ सहमत थे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3" name="वे कहाँ असहमत थे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4" name="किसकी आवाज़ गायब है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نظر متعددة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جموعة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جموعة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2</a:t>
            </a:r>
          </a:p>
          <a:p>
            <a:pPr algn="l" rtl="1"/>
            <a:endParaRPr lang="en-US"/>
          </a:p>
        </p:txBody>
      </p:sp>
      <p:sp>
        <p:nvSpPr>
          <p:cNvPr id="10" name="المجموعة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3</a:t>
            </a:r>
          </a:p>
          <a:p>
            <a:pPr algn="l" rtl="1"/>
            <a:endParaRPr lang="en-US"/>
          </a:p>
        </p:txBody>
      </p:sp>
      <p:sp>
        <p:nvSpPr>
          <p:cNvPr id="11" name="المجموعة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المجموعة 4</a:t>
            </a:r>
          </a:p>
          <a:p>
            <a:pPr algn="l" rtl="1"/>
            <a:endParaRPr lang="en-US"/>
          </a:p>
        </p:txBody>
      </p:sp>
      <p:sp>
        <p:nvSpPr>
          <p:cNvPr id="12" name="أين اتفقوا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3" name="أين اختلفوا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4" name="صوت من غائب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متعدد نقطہ ہائے نظر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گروہ 1"/>
          <p:cNvSpPr/>
          <p:nvPr/>
        </p:nvSpPr>
        <p:spPr>
          <a:xfrm>
            <a:off x="6339185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92438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گروہ 2"/>
          <p:cNvSpPr/>
          <p:nvPr/>
        </p:nvSpPr>
        <p:spPr>
          <a:xfrm>
            <a:off x="42088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2</a:t>
            </a:r>
          </a:p>
          <a:p>
            <a:pPr algn="l" rtl="1"/>
            <a:endParaRPr lang="en-US"/>
          </a:p>
        </p:txBody>
      </p:sp>
      <p:sp>
        <p:nvSpPr>
          <p:cNvPr id="10" name="گروہ 3"/>
          <p:cNvSpPr/>
          <p:nvPr/>
        </p:nvSpPr>
        <p:spPr>
          <a:xfrm>
            <a:off x="6339185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3</a:t>
            </a:r>
          </a:p>
          <a:p>
            <a:pPr algn="l" rtl="1"/>
            <a:endParaRPr lang="en-US"/>
          </a:p>
        </p:txBody>
      </p:sp>
      <p:sp>
        <p:nvSpPr>
          <p:cNvPr id="11" name="گروہ 4"/>
          <p:cNvSpPr/>
          <p:nvPr/>
        </p:nvSpPr>
        <p:spPr>
          <a:xfrm>
            <a:off x="42088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گروہ 4</a:t>
            </a:r>
          </a:p>
          <a:p>
            <a:pPr algn="l" rtl="1"/>
            <a:endParaRPr lang="en-US"/>
          </a:p>
        </p:txBody>
      </p:sp>
      <p:sp>
        <p:nvSpPr>
          <p:cNvPr id="12" name="وہ کہاں متفق تھے؟"/>
          <p:cNvSpPr/>
          <p:nvPr/>
        </p:nvSpPr>
        <p:spPr>
          <a:xfrm>
            <a:off x="662627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3" name="وہ کہاں مختلف تھے؟"/>
          <p:cNvSpPr/>
          <p:nvPr/>
        </p:nvSpPr>
        <p:spPr>
          <a:xfrm>
            <a:off x="3523655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4" name="کس کی آواز غائب ہے؟"/>
          <p:cNvSpPr/>
          <p:nvPr/>
        </p:nvSpPr>
        <p:spPr>
          <a:xfrm>
            <a:off x="42088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Perspectives — 7 languages</dc:title>
  <dc:creator>Miguel Guhlin / Miguel Guhlin</dc:creator>
  <cp:lastModifiedBy>Miguel Guhlin</cp:lastModifiedBy>
</cp:coreProperties>
</file>