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Instantánea del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¿Qué pasó al final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 al final?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¿Quiénes participaron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¿Qué puedes concluir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 → Evento → Efecto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Por qué fue importante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8" name="¿Qué lo causó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</p:txBody>
      </p:sp>
      <p:sp>
        <p:nvSpPr>
          <p:cNvPr id="9" name="El evento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Efectos inmediato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</p:txBody>
      </p:sp>
      <p:sp>
        <p:nvSpPr>
          <p:cNvPr id="11" name="¿Quiénes participaron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Ruta de secuencia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cuencia (orden de los suceso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Secuencia (orden de los sucesos)</a:t>
            </a:r>
          </a:p>
          <a:p>
            <a:pPr algn="ctr"/>
            <a:endParaRPr lang="en-US"/>
          </a:p>
        </p:txBody>
      </p:sp>
      <p:sp>
        <p:nvSpPr>
          <p:cNvPr id="8" name="¿Dónde ocurrió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9" name="El evento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¿Cuándo ocurrió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1" name="Inicio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Inicio</a:t>
            </a:r>
          </a:p>
          <a:p>
            <a:pPr algn="l"/>
            <a:endParaRPr lang="en-US"/>
          </a:p>
        </p:txBody>
      </p:sp>
      <p:sp>
        <p:nvSpPr>
          <p:cNvPr id="12" name="¿Quiénes participaron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3" name="Final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Final</a:t>
            </a:r>
          </a:p>
          <a:p>
            <a:pPr algn="l"/>
            <a:endParaRPr lang="en-US"/>
          </a:p>
        </p:txBody>
      </p:sp>
      <p:sp>
        <p:nvSpPr>
          <p:cNvPr id="14" name="¿Por qué fue importante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Personas y grupos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¿Por qué fue importante esta persona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 esta persona?</a:t>
            </a:r>
          </a:p>
          <a:p>
            <a:pPr algn="l"/>
            <a:endParaRPr lang="en-US"/>
          </a:p>
        </p:txBody>
      </p:sp>
      <p:sp>
        <p:nvSpPr>
          <p:cNvPr id="9" name="Grupo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ctr"/>
            <a:endParaRPr lang="en-US"/>
          </a:p>
        </p:txBody>
      </p:sp>
      <p:sp>
        <p:nvSpPr>
          <p:cNvPr id="10" name="¿Qué quería el Grupo 1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1?</a:t>
            </a:r>
          </a:p>
          <a:p>
            <a:pPr algn="l"/>
            <a:endParaRPr lang="en-US"/>
          </a:p>
        </p:txBody>
      </p:sp>
      <p:sp>
        <p:nvSpPr>
          <p:cNvPr id="11" name="¿Qué puedes concluir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sp>
        <p:nvSpPr>
          <p:cNvPr id="12" name="Grupo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ctr"/>
            <a:endParaRPr lang="en-US"/>
          </a:p>
        </p:txBody>
      </p:sp>
      <p:sp>
        <p:nvSpPr>
          <p:cNvPr id="13" name="¿Qué quería el Grupo 2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2?</a:t>
            </a:r>
          </a:p>
          <a:p>
            <a:pPr algn="l"/>
            <a:endParaRPr lang="en-US"/>
          </a:p>
        </p:txBody>
      </p:sp>
      <p:sp>
        <p:nvSpPr>
          <p:cNvPr id="14" name="Resultado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5" name="Grupo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ctr"/>
            <a:endParaRPr lang="en-US"/>
          </a:p>
        </p:txBody>
      </p:sp>
      <p:sp>
        <p:nvSpPr>
          <p:cNvPr id="16" name="¿Qué quería el Grupo 3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3?</a:t>
            </a:r>
          </a:p>
          <a:p>
            <a:pPr algn="l"/>
            <a:endParaRPr lang="en-US"/>
          </a:p>
        </p:txBody>
      </p:sp>
      <p:sp>
        <p:nvSpPr>
          <p:cNvPr id="17" name="Resultado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El lugar importa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racterísticas física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físicas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Características humana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humanas</a:t>
            </a:r>
          </a:p>
          <a:p>
            <a:pPr algn="l"/>
            <a:endParaRPr lang="en-US"/>
          </a:p>
        </p:txBody>
      </p:sp>
      <p:sp>
        <p:nvSpPr>
          <p:cNvPr id="10" name="¿Por qué ocurrió aquí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ocurrió aquí?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Cómo influyó el lugar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influyó el lugar?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Antes y después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¿Qué cambió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cambió?</a:t>
            </a:r>
          </a:p>
          <a:p>
            <a:pPr algn="l"/>
            <a:endParaRPr lang="en-US"/>
          </a:p>
        </p:txBody>
      </p:sp>
      <p:sp>
        <p:nvSpPr>
          <p:cNvPr id="11" name="¿Qué permaneció igual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evidencias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Fuent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8" name="Dato o evidencia útil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9" name="Fuent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0" name="Dato o evidencia útil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1" name="Fuent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2" name="Dato o evidencia útil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Por qué importó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l evento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8" name="Efecto en las personas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las personas</a:t>
            </a:r>
          </a:p>
          <a:p>
            <a:pPr algn="l"/>
            <a:endParaRPr lang="en-US"/>
          </a:p>
        </p:txBody>
      </p:sp>
      <p:sp>
        <p:nvSpPr>
          <p:cNvPr id="9" name="Efecto en el gobierno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el gobierno</a:t>
            </a:r>
          </a:p>
          <a:p>
            <a:pPr algn="l"/>
            <a:endParaRPr lang="en-US"/>
          </a:p>
        </p:txBody>
      </p:sp>
      <p:sp>
        <p:nvSpPr>
          <p:cNvPr id="10" name="Efecto en la economía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economía</a:t>
            </a:r>
          </a:p>
          <a:p>
            <a:pPr algn="l"/>
            <a:endParaRPr lang="en-US"/>
          </a:p>
        </p:txBody>
      </p:sp>
      <p:sp>
        <p:nvSpPr>
          <p:cNvPr id="11" name="Efecto en la comunidad / cultur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comunidad / cultura</a:t>
            </a:r>
          </a:p>
          <a:p>
            <a:pPr algn="l"/>
            <a:endParaRPr lang="en-US"/>
          </a:p>
        </p:txBody>
      </p:sp>
      <p:sp>
        <p:nvSpPr>
          <p:cNvPr id="12" name="¿Qué cambio importó más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cambio importó más?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Investigador de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Resultado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Grupos involucrados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Grupos involucrados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Líder importante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Causas bajo presión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s a largo plazo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8" name="Causas a corto plazo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corto plazo</a:t>
            </a:r>
          </a:p>
          <a:p>
            <a:pPr algn="l"/>
            <a:endParaRPr lang="en-US"/>
          </a:p>
        </p:txBody>
      </p:sp>
      <p:sp>
        <p:nvSpPr>
          <p:cNvPr id="9" name="Desencadenante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Desencadenante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11" name="Efectos inmediato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Punto de inflexión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Punto de inflexión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Presiones acumuladas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Presiones acumuladas</a:t>
            </a:r>
          </a:p>
          <a:p>
            <a:pPr algn="l"/>
            <a:endParaRPr lang="en-US"/>
          </a:p>
        </p:txBody>
      </p:sp>
      <p:sp>
        <p:nvSpPr>
          <p:cNvPr id="11" name="Cambio a largo plazo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2" name="¿Por qué fue un punto de inflexión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un punto de inflexión?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múltiples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upo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rupo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l"/>
            <a:endParaRPr lang="en-US"/>
          </a:p>
        </p:txBody>
      </p:sp>
      <p:sp>
        <p:nvSpPr>
          <p:cNvPr id="10" name="Grupo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l"/>
            <a:endParaRPr lang="en-US"/>
          </a:p>
        </p:txBody>
      </p:sp>
      <p:sp>
        <p:nvSpPr>
          <p:cNvPr id="11" name="Grupo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4</a:t>
            </a:r>
          </a:p>
          <a:p>
            <a:pPr algn="l"/>
            <a:endParaRPr lang="en-US"/>
          </a:p>
        </p:txBody>
      </p:sp>
      <p:sp>
        <p:nvSpPr>
          <p:cNvPr id="12" name="¿En qué coincidieron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3" name="¿En qué discreparon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4" name="¿Qué voz falta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Líder y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o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Impacto</a:t>
            </a:r>
          </a:p>
          <a:p>
            <a:pPr algn="l"/>
            <a:endParaRPr lang="en-US"/>
          </a:p>
        </p:txBody>
      </p:sp>
      <p:sp>
        <p:nvSpPr>
          <p:cNvPr id="9" name="Evidencia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etas del líder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Metas del líder</a:t>
            </a:r>
          </a:p>
          <a:p>
            <a:pPr algn="l"/>
            <a:endParaRPr lang="en-US"/>
          </a:p>
        </p:txBody>
      </p:sp>
      <p:sp>
        <p:nvSpPr>
          <p:cNvPr id="12" name="Decisiones clave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Decisiones clave</a:t>
            </a:r>
          </a:p>
          <a:p>
            <a:pPr algn="l"/>
            <a:endParaRPr lang="en-US"/>
          </a:p>
        </p:txBody>
      </p:sp>
      <p:sp>
        <p:nvSpPr>
          <p:cNvPr id="13" name="Aliados / partidario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Aliados / partidarios</a:t>
            </a:r>
          </a:p>
          <a:p>
            <a:pPr algn="l"/>
            <a:endParaRPr lang="en-US"/>
          </a:p>
        </p:txBody>
      </p:sp>
      <p:sp>
        <p:nvSpPr>
          <p:cNvPr id="14" name="Oponente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Oponentes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conflicto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ado / Grupo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A</a:t>
            </a:r>
          </a:p>
          <a:p>
            <a:pPr algn="l"/>
            <a:endParaRPr lang="en-US"/>
          </a:p>
        </p:txBody>
      </p:sp>
      <p:sp>
        <p:nvSpPr>
          <p:cNvPr id="8" name="Meta del lado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A</a:t>
            </a:r>
          </a:p>
          <a:p>
            <a:pPr algn="l"/>
            <a:endParaRPr lang="en-US"/>
          </a:p>
        </p:txBody>
      </p:sp>
      <p:sp>
        <p:nvSpPr>
          <p:cNvPr id="9" name="Acción del lado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A</a:t>
            </a:r>
          </a:p>
          <a:p>
            <a:pPr algn="l"/>
            <a:endParaRPr lang="en-US"/>
          </a:p>
        </p:txBody>
      </p:sp>
      <p:sp>
        <p:nvSpPr>
          <p:cNvPr id="10" name="Evento del conflicto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Evento del conflicto</a:t>
            </a:r>
          </a:p>
        </p:txBody>
      </p:sp>
      <p:sp>
        <p:nvSpPr>
          <p:cNvPr id="11" name="Lado / Grupo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B</a:t>
            </a:r>
          </a:p>
          <a:p>
            <a:pPr algn="l"/>
            <a:endParaRPr lang="en-US"/>
          </a:p>
        </p:txBody>
      </p:sp>
      <p:sp>
        <p:nvSpPr>
          <p:cNvPr id="12" name="Meta del lado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B</a:t>
            </a:r>
          </a:p>
          <a:p>
            <a:pPr algn="l"/>
            <a:endParaRPr lang="en-US"/>
          </a:p>
        </p:txBody>
      </p:sp>
      <p:sp>
        <p:nvSpPr>
          <p:cNvPr id="13" name="Acción del lado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B</a:t>
            </a:r>
          </a:p>
          <a:p>
            <a:pPr algn="l"/>
            <a:endParaRPr lang="en-US"/>
          </a:p>
        </p:txBody>
      </p:sp>
      <p:sp>
        <p:nvSpPr>
          <p:cNvPr id="14" name="Resolució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Resolución</a:t>
            </a:r>
          </a:p>
          <a:p>
            <a:pPr algn="l"/>
            <a:endParaRPr lang="en-US"/>
          </a:p>
        </p:txBody>
      </p:sp>
      <p:sp>
        <p:nvSpPr>
          <p:cNvPr id="15" name="Resultado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Reacción en cadena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ció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1</a:t>
            </a:r>
          </a:p>
          <a:p>
            <a:pPr algn="l"/>
            <a:endParaRPr lang="en-US"/>
          </a:p>
        </p:txBody>
      </p:sp>
      <p:sp>
        <p:nvSpPr>
          <p:cNvPr id="8" name="Reacció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1</a:t>
            </a:r>
          </a:p>
          <a:p>
            <a:pPr algn="l"/>
            <a:endParaRPr lang="en-US"/>
          </a:p>
        </p:txBody>
      </p:sp>
      <p:sp>
        <p:nvSpPr>
          <p:cNvPr id="9" name="Acció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2</a:t>
            </a:r>
          </a:p>
          <a:p>
            <a:pPr algn="l"/>
            <a:endParaRPr lang="en-US"/>
          </a:p>
        </p:txBody>
      </p:sp>
      <p:sp>
        <p:nvSpPr>
          <p:cNvPr id="10" name="Reacció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2</a:t>
            </a:r>
          </a:p>
          <a:p>
            <a:pPr algn="l"/>
            <a:endParaRPr lang="en-US"/>
          </a:p>
        </p:txBody>
      </p:sp>
      <p:sp>
        <p:nvSpPr>
          <p:cNvPr id="11" name="Crisis / Punto de inflexión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Punto de inflexión</a:t>
            </a:r>
          </a:p>
          <a:p>
            <a:pPr algn="l"/>
            <a:endParaRPr lang="en-US"/>
          </a:p>
        </p:txBody>
      </p:sp>
      <p:sp>
        <p:nvSpPr>
          <p:cNvPr id="12" name="Resultado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3" name="Eslabón más importante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Eslabón más importante</a:t>
            </a:r>
          </a:p>
          <a:p>
            <a:pPr algn="l"/>
            <a:endParaRPr lang="en-US"/>
          </a:p>
        </p:txBody>
      </p:sp>
      <p:sp>
        <p:nvSpPr>
          <p:cNvPr id="14" name="Evidencia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Geografía de un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eografía física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física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eografía humana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humana</a:t>
            </a:r>
          </a:p>
          <a:p>
            <a:pPr algn="l"/>
            <a:endParaRPr lang="en-US"/>
          </a:p>
        </p:txBody>
      </p:sp>
      <p:sp>
        <p:nvSpPr>
          <p:cNvPr id="10" name="Recurso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Recursos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Por qué importó la ubicación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importó la ubicación?</a:t>
            </a:r>
          </a:p>
          <a:p>
            <a:pPr algn="l"/>
            <a:endParaRPr lang="en-US"/>
          </a:p>
        </p:txBody>
      </p:sp>
      <p:sp>
        <p:nvSpPr>
          <p:cNvPr id="13" name="Efecto geográfico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geográfico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contexto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ontexto histórico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Contexto histórico</a:t>
            </a:r>
          </a:p>
          <a:p>
            <a:pPr algn="l"/>
            <a:endParaRPr lang="en-US"/>
          </a:p>
        </p:txBody>
      </p:sp>
      <p:sp>
        <p:nvSpPr>
          <p:cNvPr id="8" name="Causas a largo plazo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9" name="Causa inmediata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inmediata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¿Qué pasó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pasó?</a:t>
            </a:r>
          </a:p>
          <a:p>
            <a:pPr algn="l"/>
            <a:endParaRPr lang="en-US"/>
          </a:p>
        </p:txBody>
      </p:sp>
      <p:sp>
        <p:nvSpPr>
          <p:cNvPr id="12" name="El evento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Resultado inmediato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inmediato</a:t>
            </a:r>
          </a:p>
          <a:p>
            <a:pPr algn="l"/>
            <a:endParaRPr lang="en-US"/>
          </a:p>
        </p:txBody>
      </p:sp>
      <p:sp>
        <p:nvSpPr>
          <p:cNvPr id="14" name="Resultado a largo plazo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a largo plazo</a:t>
            </a:r>
          </a:p>
          <a:p>
            <a:pPr algn="l"/>
            <a:endParaRPr lang="en-US"/>
          </a:p>
        </p:txBody>
      </p:sp>
      <p:sp>
        <p:nvSpPr>
          <p:cNvPr id="15" name="Importancia histórica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Clasificación de causas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1</a:t>
            </a:r>
          </a:p>
          <a:p>
            <a:pPr algn="l"/>
            <a:endParaRPr lang="en-US"/>
          </a:p>
        </p:txBody>
      </p:sp>
      <p:sp>
        <p:nvSpPr>
          <p:cNvPr id="8" name="Causa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2</a:t>
            </a:r>
          </a:p>
          <a:p>
            <a:pPr algn="l"/>
            <a:endParaRPr lang="en-US"/>
          </a:p>
        </p:txBody>
      </p:sp>
      <p:sp>
        <p:nvSpPr>
          <p:cNvPr id="9" name="Causa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3</a:t>
            </a:r>
          </a:p>
          <a:p>
            <a:pPr algn="l"/>
            <a:endParaRPr lang="en-US"/>
          </a:p>
        </p:txBody>
      </p:sp>
      <p:sp>
        <p:nvSpPr>
          <p:cNvPr id="10" name="Causa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4</a:t>
            </a:r>
          </a:p>
          <a:p>
            <a:pPr algn="l"/>
            <a:endParaRPr lang="en-US"/>
          </a:p>
        </p:txBody>
      </p:sp>
      <p:sp>
        <p:nvSpPr>
          <p:cNvPr id="11" name="Ordena las causa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Ordena las causas 1-4</a:t>
            </a:r>
          </a:p>
          <a:p>
            <a:pPr algn="l"/>
            <a:endParaRPr lang="en-US"/>
          </a:p>
        </p:txBody>
      </p:sp>
      <p:sp>
        <p:nvSpPr>
          <p:cNvPr id="12" name="Causa más important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más importante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Análisis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Cambio inmediato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inmediato</a:t>
            </a:r>
          </a:p>
          <a:p>
            <a:pPr algn="l"/>
            <a:endParaRPr lang="en-US"/>
          </a:p>
        </p:txBody>
      </p:sp>
      <p:sp>
        <p:nvSpPr>
          <p:cNvPr id="10" name="Cambio a largo plazo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1" name="¿Qué continuó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continuó?</a:t>
            </a:r>
          </a:p>
          <a:p>
            <a:pPr algn="l"/>
            <a:endParaRPr lang="en-US"/>
          </a:p>
        </p:txBody>
      </p:sp>
      <p:sp>
        <p:nvSpPr>
          <p:cNvPr id="12" name="¿Fue realmente un punto de inflexión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¿Fue realmente un punto de inflexión?</a:t>
            </a:r>
          </a:p>
          <a:p>
            <a:pPr algn="l"/>
            <a:endParaRPr lang="en-US"/>
          </a:p>
        </p:txBody>
      </p:sp>
      <p:sp>
        <p:nvSpPr>
          <p:cNvPr id="13" name="Evidencia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y evidencia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a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Perspectiva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2</a:t>
            </a:r>
          </a:p>
          <a:p>
            <a:pPr algn="l"/>
            <a:endParaRPr lang="en-US"/>
          </a:p>
        </p:txBody>
      </p:sp>
      <p:sp>
        <p:nvSpPr>
          <p:cNvPr id="10" name="Perspectiva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3</a:t>
            </a:r>
          </a:p>
          <a:p>
            <a:pPr algn="l"/>
            <a:endParaRPr lang="en-US"/>
          </a:p>
        </p:txBody>
      </p:sp>
      <p:sp>
        <p:nvSpPr>
          <p:cNvPr id="11" name="Perspectiva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4</a:t>
            </a:r>
          </a:p>
          <a:p>
            <a:pPr algn="l"/>
            <a:endParaRPr lang="en-US"/>
          </a:p>
        </p:txBody>
      </p:sp>
      <p:sp>
        <p:nvSpPr>
          <p:cNvPr id="12" name="Evidencia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3" name="¿En qué coincidieron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4" name="¿En qué discreparon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5" name="¿Qué voz falta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Cuadrantes de impacto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ítico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Político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Económico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Económico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áfico / Ambi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Geográfico / Ambiental</a:t>
            </a:r>
          </a:p>
          <a:p>
            <a:pPr algn="l"/>
            <a:endParaRPr lang="en-US"/>
          </a:p>
        </p:txBody>
      </p:sp>
      <p:sp>
        <p:nvSpPr>
          <p:cNvPr id="12" name="Inmediato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Inmediato</a:t>
            </a:r>
          </a:p>
          <a:p>
            <a:pPr algn="l"/>
            <a:endParaRPr lang="en-US"/>
          </a:p>
        </p:txBody>
      </p:sp>
      <p:sp>
        <p:nvSpPr>
          <p:cNvPr id="13" name="A largo plazo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largo plazo</a:t>
            </a:r>
          </a:p>
          <a:p>
            <a:pPr algn="l"/>
            <a:endParaRPr lang="en-US"/>
          </a:p>
        </p:txBody>
      </p:sp>
      <p:sp>
        <p:nvSpPr>
          <p:cNvPr id="14" name="¿Qué impacto fue más significativo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impacto fue más significativo?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Continuidad y cambio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Durante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Durante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Cambió mucho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mucho</a:t>
            </a:r>
          </a:p>
          <a:p>
            <a:pPr algn="l"/>
            <a:endParaRPr lang="en-US"/>
          </a:p>
        </p:txBody>
      </p:sp>
      <p:sp>
        <p:nvSpPr>
          <p:cNvPr id="11" name="Cambió gradualmente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gradualmente</a:t>
            </a:r>
          </a:p>
          <a:p>
            <a:pPr algn="l"/>
            <a:endParaRPr lang="en-US"/>
          </a:p>
        </p:txBody>
      </p:sp>
      <p:sp>
        <p:nvSpPr>
          <p:cNvPr id="12" name="¿Qué permaneció igual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3" name="¿Por qué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qué?</a:t>
            </a:r>
          </a:p>
          <a:p>
            <a:pPr algn="l"/>
            <a:endParaRPr lang="en-US"/>
          </a:p>
        </p:txBody>
      </p:sp>
      <p:sp>
        <p:nvSpPr>
          <p:cNvPr id="14" name="Tu juicio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 juicio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Expediente de evidencia histórica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regunta histórica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Pregunta histórica</a:t>
            </a:r>
          </a:p>
          <a:p>
            <a:pPr algn="l"/>
            <a:endParaRPr lang="en-US"/>
          </a:p>
        </p:txBody>
      </p:sp>
      <p:sp>
        <p:nvSpPr>
          <p:cNvPr id="8" name="Fuent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9" name="Evidencia de la fuent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1</a:t>
            </a:r>
          </a:p>
          <a:p>
            <a:pPr algn="l"/>
            <a:endParaRPr lang="en-US"/>
          </a:p>
        </p:txBody>
      </p:sp>
      <p:sp>
        <p:nvSpPr>
          <p:cNvPr id="10" name="Confiabilidad / Limitació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1" name="Fuent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2" name="Evidencia de la fuent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2</a:t>
            </a:r>
          </a:p>
          <a:p>
            <a:pPr algn="l"/>
            <a:endParaRPr lang="en-US"/>
          </a:p>
        </p:txBody>
      </p:sp>
      <p:sp>
        <p:nvSpPr>
          <p:cNvPr id="13" name="Confiabilidad / Limitació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4" name="Fuent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5" name="Evidencia de la fuent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3</a:t>
            </a:r>
          </a:p>
          <a:p>
            <a:pPr algn="l"/>
            <a:endParaRPr lang="en-US"/>
          </a:p>
        </p:txBody>
      </p:sp>
      <p:sp>
        <p:nvSpPr>
          <p:cNvPr id="16" name="Confiabilidad / Limitació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7" name="Evidencia contradictoria / faltant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contradictoria / faltante</a:t>
            </a:r>
          </a:p>
          <a:p>
            <a:pPr algn="l"/>
            <a:endParaRPr lang="en-US"/>
          </a:p>
        </p:txBody>
      </p:sp>
      <p:sp>
        <p:nvSpPr>
          <p:cNvPr id="18" name="Conclusión provisional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Conclusión provisional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Comparar dos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o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A</a:t>
            </a:r>
          </a:p>
          <a:p>
            <a:pPr algn="l"/>
            <a:endParaRPr lang="en-US"/>
          </a:p>
        </p:txBody>
      </p:sp>
      <p:sp>
        <p:nvSpPr>
          <p:cNvPr id="8" name="Evento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B</a:t>
            </a:r>
          </a:p>
          <a:p>
            <a:pPr algn="l"/>
            <a:endParaRPr lang="en-US"/>
          </a:p>
        </p:txBody>
      </p:sp>
      <p:sp>
        <p:nvSpPr>
          <p:cNvPr id="9" name="¿Qué lo causó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Similitud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Similitudes</a:t>
            </a:r>
          </a:p>
          <a:p>
            <a:pPr algn="l"/>
            <a:endParaRPr lang="en-US"/>
          </a:p>
        </p:txBody>
      </p:sp>
      <p:sp>
        <p:nvSpPr>
          <p:cNvPr id="12" name="Diferencia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Diferencias</a:t>
            </a:r>
          </a:p>
          <a:p>
            <a:pPr algn="l"/>
            <a:endParaRPr lang="en-US"/>
          </a:p>
        </p:txBody>
      </p:sp>
      <p:sp>
        <p:nvSpPr>
          <p:cNvPr id="13" name="¿Qué lo causó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4" name="Personas / grupos clave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5" name="Resultado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6" name="Importancia histórica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17" name="¿Qué comparación importa más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comparación importa más?</a:t>
            </a:r>
          </a:p>
          <a:p>
            <a:pPr algn="l"/>
            <a:endParaRPr lang="en-US"/>
          </a:p>
        </p:txBody>
      </p:sp>
      <p:sp>
        <p:nvSpPr>
          <p:cNvPr id="18" name="Resultado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9" name="Importancia histórica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20" name="Evidencia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Mapas de Eventos Históricos</dc:title>
  <dc:creator>Miguel Guhlin / Miguel Guhlin</dc:creator>
  <cp:lastModifiedBy>Miguel Guhlin</cp:lastModifiedBy>
</cp:coreProperties>
</file>