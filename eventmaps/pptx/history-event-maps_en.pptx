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Snapshot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What caused it?"/>
          <p:cNvSpPr/>
          <p:nvPr/>
        </p:nvSpPr>
        <p:spPr>
          <a:xfrm>
            <a:off x="42088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caused it?</a:t>
            </a:r>
          </a:p>
          <a:p>
            <a:pPr algn="l"/>
            <a:endParaRPr lang="en-US"/>
          </a:p>
        </p:txBody>
      </p:sp>
      <p:sp>
        <p:nvSpPr>
          <p:cNvPr id="8" name="Why was it important?"/>
          <p:cNvSpPr/>
          <p:nvPr/>
        </p:nvSpPr>
        <p:spPr>
          <a:xfrm>
            <a:off x="3373338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was it important?</a:t>
            </a:r>
          </a:p>
          <a:p>
            <a:pPr algn="l"/>
            <a:endParaRPr lang="en-US"/>
          </a:p>
        </p:txBody>
      </p:sp>
      <p:sp>
        <p:nvSpPr>
          <p:cNvPr id="9" name="What happened in the end?"/>
          <p:cNvSpPr/>
          <p:nvPr/>
        </p:nvSpPr>
        <p:spPr>
          <a:xfrm>
            <a:off x="6757988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happened in the end?</a:t>
            </a:r>
          </a:p>
          <a:p>
            <a:pPr algn="l"/>
            <a:endParaRPr lang="en-US"/>
          </a:p>
        </p:txBody>
      </p:sp>
      <p:sp>
        <p:nvSpPr>
          <p:cNvPr id="10" name="How did it happen?"/>
          <p:cNvSpPr/>
          <p:nvPr/>
        </p:nvSpPr>
        <p:spPr>
          <a:xfrm>
            <a:off x="42088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How did it happen?</a:t>
            </a:r>
          </a:p>
          <a:p>
            <a:pPr algn="l"/>
            <a:endParaRPr lang="en-US"/>
          </a:p>
        </p:txBody>
      </p:sp>
      <p:sp>
        <p:nvSpPr>
          <p:cNvPr id="11" name="The Event"/>
          <p:cNvSpPr/>
          <p:nvPr/>
        </p:nvSpPr>
        <p:spPr>
          <a:xfrm>
            <a:off x="3373338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12" name="When did it happen?"/>
          <p:cNvSpPr/>
          <p:nvPr/>
        </p:nvSpPr>
        <p:spPr>
          <a:xfrm>
            <a:off x="6757988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When did it happen?</a:t>
            </a:r>
          </a:p>
          <a:p>
            <a:pPr algn="l"/>
            <a:endParaRPr lang="en-US"/>
          </a:p>
        </p:txBody>
      </p:sp>
      <p:sp>
        <p:nvSpPr>
          <p:cNvPr id="13" name="Who was involved?"/>
          <p:cNvSpPr/>
          <p:nvPr/>
        </p:nvSpPr>
        <p:spPr>
          <a:xfrm>
            <a:off x="42088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Who was involved?</a:t>
            </a:r>
          </a:p>
          <a:p>
            <a:pPr algn="l"/>
            <a:endParaRPr lang="en-US"/>
          </a:p>
        </p:txBody>
      </p:sp>
      <p:sp>
        <p:nvSpPr>
          <p:cNvPr id="14" name="Where did it happen?"/>
          <p:cNvSpPr/>
          <p:nvPr/>
        </p:nvSpPr>
        <p:spPr>
          <a:xfrm>
            <a:off x="3373338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it happen?</a:t>
            </a:r>
          </a:p>
          <a:p>
            <a:pPr algn="l"/>
            <a:endParaRPr lang="en-US"/>
          </a:p>
        </p:txBody>
      </p:sp>
      <p:sp>
        <p:nvSpPr>
          <p:cNvPr id="15" name="What can you conclude?"/>
          <p:cNvSpPr/>
          <p:nvPr/>
        </p:nvSpPr>
        <p:spPr>
          <a:xfrm>
            <a:off x="6757988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can you conclude?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Cause → Event → Effect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Why was it important?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was it important?</a:t>
            </a:r>
          </a:p>
          <a:p>
            <a:pPr algn="l"/>
            <a:endParaRPr lang="en-US"/>
          </a:p>
        </p:txBody>
      </p:sp>
      <p:sp>
        <p:nvSpPr>
          <p:cNvPr id="8" name="What caused it?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caused it?</a:t>
            </a:r>
          </a:p>
        </p:txBody>
      </p:sp>
      <p:sp>
        <p:nvSpPr>
          <p:cNvPr id="9" name="The Event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Immediate Effects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Immediate Effects</a:t>
            </a:r>
          </a:p>
        </p:txBody>
      </p:sp>
      <p:sp>
        <p:nvSpPr>
          <p:cNvPr id="11" name="Who was involved?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Who was involved?</a:t>
            </a:r>
          </a:p>
          <a:p>
            <a:pPr algn="l"/>
            <a:endParaRPr lang="en-US"/>
          </a:p>
        </p:txBody>
      </p:sp>
      <p:sp>
        <p:nvSpPr>
          <p:cNvPr id="12" name="Later / Long-Term Effects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Later / Long-Term Effects</a:t>
            </a:r>
          </a:p>
          <a:p>
            <a:pPr algn="l"/>
            <a:endParaRPr lang="en-US"/>
          </a:p>
        </p:txBody>
      </p:sp>
      <p:sp>
        <p:nvSpPr>
          <p:cNvPr id="13" name="What can you conclude?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can you conclude?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Sequence Trail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equence (Order of Events)"/>
          <p:cNvSpPr/>
          <p:nvPr/>
        </p:nvSpPr>
        <p:spPr>
          <a:xfrm>
            <a:off x="420886" y="4469755"/>
            <a:ext cx="9216628" cy="2387947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Sequence (Order of Events)</a:t>
            </a:r>
          </a:p>
          <a:p>
            <a:pPr algn="ctr"/>
            <a:endParaRPr lang="en-US"/>
          </a:p>
        </p:txBody>
      </p:sp>
      <p:sp>
        <p:nvSpPr>
          <p:cNvPr id="8" name="Where did it happen?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it happen?</a:t>
            </a:r>
          </a:p>
          <a:p>
            <a:pPr algn="l"/>
            <a:endParaRPr lang="en-US"/>
          </a:p>
        </p:txBody>
      </p:sp>
      <p:sp>
        <p:nvSpPr>
          <p:cNvPr id="9" name="The Event"/>
          <p:cNvSpPr/>
          <p:nvPr/>
        </p:nvSpPr>
        <p:spPr>
          <a:xfrm>
            <a:off x="3379887" y="1133921"/>
            <a:ext cx="3298478" cy="207659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When did it happen?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When did it happen?</a:t>
            </a:r>
          </a:p>
          <a:p>
            <a:pPr algn="l"/>
            <a:endParaRPr lang="en-US"/>
          </a:p>
        </p:txBody>
      </p:sp>
      <p:sp>
        <p:nvSpPr>
          <p:cNvPr id="11" name="Beginning"/>
          <p:cNvSpPr/>
          <p:nvPr/>
        </p:nvSpPr>
        <p:spPr>
          <a:xfrm>
            <a:off x="420886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Beginning</a:t>
            </a:r>
          </a:p>
          <a:p>
            <a:pPr algn="l"/>
            <a:endParaRPr lang="en-US"/>
          </a:p>
        </p:txBody>
      </p:sp>
      <p:sp>
        <p:nvSpPr>
          <p:cNvPr id="12" name="Who was involved?"/>
          <p:cNvSpPr/>
          <p:nvPr/>
        </p:nvSpPr>
        <p:spPr>
          <a:xfrm>
            <a:off x="6751439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Who was involved?</a:t>
            </a:r>
          </a:p>
          <a:p>
            <a:pPr algn="l"/>
            <a:endParaRPr lang="en-US"/>
          </a:p>
        </p:txBody>
      </p:sp>
      <p:sp>
        <p:nvSpPr>
          <p:cNvPr id="13" name="Ending"/>
          <p:cNvSpPr/>
          <p:nvPr/>
        </p:nvSpPr>
        <p:spPr>
          <a:xfrm>
            <a:off x="420886" y="3283595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Ending</a:t>
            </a:r>
          </a:p>
          <a:p>
            <a:pPr algn="l"/>
            <a:endParaRPr lang="en-US"/>
          </a:p>
        </p:txBody>
      </p:sp>
      <p:sp>
        <p:nvSpPr>
          <p:cNvPr id="14" name="Why was it important?"/>
          <p:cNvSpPr/>
          <p:nvPr/>
        </p:nvSpPr>
        <p:spPr>
          <a:xfrm>
            <a:off x="3379887" y="3283595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was it important?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2320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897041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7072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44405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18237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People and Groups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Important Leader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Important Leader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Why was this person important?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was this person important?</a:t>
            </a:r>
          </a:p>
          <a:p>
            <a:pPr algn="l"/>
            <a:endParaRPr lang="en-US"/>
          </a:p>
        </p:txBody>
      </p:sp>
      <p:sp>
        <p:nvSpPr>
          <p:cNvPr id="9" name="Group 1"/>
          <p:cNvSpPr/>
          <p:nvPr/>
        </p:nvSpPr>
        <p:spPr>
          <a:xfrm>
            <a:off x="3945582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Group 1</a:t>
            </a:r>
          </a:p>
          <a:p>
            <a:pPr algn="ctr"/>
            <a:endParaRPr lang="en-US"/>
          </a:p>
        </p:txBody>
      </p:sp>
      <p:sp>
        <p:nvSpPr>
          <p:cNvPr id="10" name="What did they want?"/>
          <p:cNvSpPr/>
          <p:nvPr/>
        </p:nvSpPr>
        <p:spPr>
          <a:xfrm>
            <a:off x="3945582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did they want?</a:t>
            </a:r>
          </a:p>
          <a:p>
            <a:pPr algn="l"/>
            <a:endParaRPr lang="en-US"/>
          </a:p>
        </p:txBody>
      </p:sp>
      <p:sp>
        <p:nvSpPr>
          <p:cNvPr id="11" name="What can you conclude?"/>
          <p:cNvSpPr/>
          <p:nvPr/>
        </p:nvSpPr>
        <p:spPr>
          <a:xfrm>
            <a:off x="3945582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can you conclude?</a:t>
            </a:r>
          </a:p>
          <a:p>
            <a:pPr algn="l"/>
            <a:endParaRPr lang="en-US"/>
          </a:p>
        </p:txBody>
      </p:sp>
      <p:sp>
        <p:nvSpPr>
          <p:cNvPr id="12" name="Group 2"/>
          <p:cNvSpPr/>
          <p:nvPr/>
        </p:nvSpPr>
        <p:spPr>
          <a:xfrm>
            <a:off x="5867251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Group 2</a:t>
            </a:r>
          </a:p>
          <a:p>
            <a:pPr algn="ctr"/>
            <a:endParaRPr lang="en-US"/>
          </a:p>
        </p:txBody>
      </p:sp>
      <p:sp>
        <p:nvSpPr>
          <p:cNvPr id="13" name="What did they want?"/>
          <p:cNvSpPr/>
          <p:nvPr/>
        </p:nvSpPr>
        <p:spPr>
          <a:xfrm>
            <a:off x="5867251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did they want?</a:t>
            </a:r>
          </a:p>
          <a:p>
            <a:pPr algn="l"/>
            <a:endParaRPr lang="en-US"/>
          </a:p>
        </p:txBody>
      </p:sp>
      <p:sp>
        <p:nvSpPr>
          <p:cNvPr id="14" name="Outcome"/>
          <p:cNvSpPr/>
          <p:nvPr/>
        </p:nvSpPr>
        <p:spPr>
          <a:xfrm>
            <a:off x="5867251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Outcome</a:t>
            </a:r>
          </a:p>
          <a:p>
            <a:pPr algn="l"/>
            <a:endParaRPr lang="en-US"/>
          </a:p>
        </p:txBody>
      </p:sp>
      <p:sp>
        <p:nvSpPr>
          <p:cNvPr id="15" name="Group 3"/>
          <p:cNvSpPr/>
          <p:nvPr/>
        </p:nvSpPr>
        <p:spPr>
          <a:xfrm>
            <a:off x="7788920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Group 3</a:t>
            </a:r>
          </a:p>
          <a:p>
            <a:pPr algn="ctr"/>
            <a:endParaRPr lang="en-US"/>
          </a:p>
        </p:txBody>
      </p:sp>
      <p:sp>
        <p:nvSpPr>
          <p:cNvPr id="16" name="What did they want?"/>
          <p:cNvSpPr/>
          <p:nvPr/>
        </p:nvSpPr>
        <p:spPr>
          <a:xfrm>
            <a:off x="7788920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did they want?</a:t>
            </a:r>
          </a:p>
          <a:p>
            <a:pPr algn="l"/>
            <a:endParaRPr lang="en-US"/>
          </a:p>
        </p:txBody>
      </p:sp>
      <p:sp>
        <p:nvSpPr>
          <p:cNvPr id="17" name="Result"/>
          <p:cNvSpPr/>
          <p:nvPr/>
        </p:nvSpPr>
        <p:spPr>
          <a:xfrm>
            <a:off x="7788920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Place Matters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hysical Features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Physical Features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9" name="Human Features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Human Features</a:t>
            </a:r>
          </a:p>
          <a:p>
            <a:pPr algn="l"/>
            <a:endParaRPr lang="en-US"/>
          </a:p>
        </p:txBody>
      </p:sp>
      <p:sp>
        <p:nvSpPr>
          <p:cNvPr id="10" name="Why did it happen here?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did it happen here?</a:t>
            </a:r>
          </a:p>
          <a:p>
            <a:pPr algn="l"/>
            <a:endParaRPr lang="en-US"/>
          </a:p>
        </p:txBody>
      </p:sp>
      <p:sp>
        <p:nvSpPr>
          <p:cNvPr id="11" name="Movement / Routes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Movement / Routes</a:t>
            </a:r>
          </a:p>
          <a:p>
            <a:pPr algn="l"/>
            <a:endParaRPr lang="en-US"/>
          </a:p>
        </p:txBody>
      </p:sp>
      <p:sp>
        <p:nvSpPr>
          <p:cNvPr id="12" name="How did place affect the event?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How did place affect the event?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Then and Now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efore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Before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l"/>
            <a:endParaRPr lang="en-US"/>
          </a:p>
        </p:txBody>
      </p:sp>
      <p:sp>
        <p:nvSpPr>
          <p:cNvPr id="9" name="After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After</a:t>
            </a:r>
          </a:p>
          <a:p>
            <a:pPr algn="l"/>
            <a:endParaRPr lang="en-US"/>
          </a:p>
        </p:txBody>
      </p:sp>
      <p:sp>
        <p:nvSpPr>
          <p:cNvPr id="10" name="What changed?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changed?</a:t>
            </a:r>
          </a:p>
          <a:p>
            <a:pPr algn="l"/>
            <a:endParaRPr lang="en-US"/>
          </a:p>
        </p:txBody>
      </p:sp>
      <p:sp>
        <p:nvSpPr>
          <p:cNvPr id="11" name="What stayed the same?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stayed the same?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Evidence Map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ource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Source 1</a:t>
            </a:r>
          </a:p>
          <a:p>
            <a:pPr algn="l"/>
            <a:endParaRPr lang="en-US"/>
          </a:p>
        </p:txBody>
      </p:sp>
      <p:sp>
        <p:nvSpPr>
          <p:cNvPr id="8" name="Useful fact or evidence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Useful fact or evidence</a:t>
            </a:r>
          </a:p>
          <a:p>
            <a:pPr algn="l"/>
            <a:endParaRPr lang="en-US"/>
          </a:p>
        </p:txBody>
      </p:sp>
      <p:sp>
        <p:nvSpPr>
          <p:cNvPr id="9" name="Source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Source 2</a:t>
            </a:r>
          </a:p>
          <a:p>
            <a:pPr algn="l"/>
            <a:endParaRPr lang="en-US"/>
          </a:p>
        </p:txBody>
      </p:sp>
      <p:sp>
        <p:nvSpPr>
          <p:cNvPr id="10" name="Useful fact or evidence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Useful fact or evidence</a:t>
            </a:r>
          </a:p>
          <a:p>
            <a:pPr algn="l"/>
            <a:endParaRPr lang="en-US"/>
          </a:p>
        </p:txBody>
      </p:sp>
      <p:sp>
        <p:nvSpPr>
          <p:cNvPr id="11" name="Source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Source 3</a:t>
            </a:r>
          </a:p>
          <a:p>
            <a:pPr algn="l"/>
            <a:endParaRPr lang="en-US"/>
          </a:p>
        </p:txBody>
      </p:sp>
      <p:sp>
        <p:nvSpPr>
          <p:cNvPr id="12" name="Useful fact or evidence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Useful fact or evidence</a:t>
            </a:r>
          </a:p>
          <a:p>
            <a:pPr algn="l"/>
            <a:endParaRPr lang="en-US"/>
          </a:p>
        </p:txBody>
      </p:sp>
      <p:sp>
        <p:nvSpPr>
          <p:cNvPr id="13" name="What can you conclude?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can you conclude?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Why It Mattered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he Event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8" name="Effect on People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Effect on People</a:t>
            </a:r>
          </a:p>
          <a:p>
            <a:pPr algn="l"/>
            <a:endParaRPr lang="en-US"/>
          </a:p>
        </p:txBody>
      </p:sp>
      <p:sp>
        <p:nvSpPr>
          <p:cNvPr id="9" name="Effect on Government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Effect on Government</a:t>
            </a:r>
          </a:p>
          <a:p>
            <a:pPr algn="l"/>
            <a:endParaRPr lang="en-US"/>
          </a:p>
        </p:txBody>
      </p:sp>
      <p:sp>
        <p:nvSpPr>
          <p:cNvPr id="10" name="Effect on Economy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Effect on Economy</a:t>
            </a:r>
          </a:p>
          <a:p>
            <a:pPr algn="l"/>
            <a:endParaRPr lang="en-US"/>
          </a:p>
        </p:txBody>
      </p:sp>
      <p:sp>
        <p:nvSpPr>
          <p:cNvPr id="11" name="Effect on Community / Culture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Effect on Community / Culture</a:t>
            </a:r>
          </a:p>
          <a:p>
            <a:pPr algn="l"/>
            <a:endParaRPr lang="en-US"/>
          </a:p>
        </p:txBody>
      </p:sp>
      <p:sp>
        <p:nvSpPr>
          <p:cNvPr id="12" name="Which change mattered most?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Which change mattered most?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Investigator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What caused it?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caused it?</a:t>
            </a:r>
          </a:p>
          <a:p>
            <a:pPr algn="l"/>
            <a:endParaRPr lang="en-US"/>
          </a:p>
        </p:txBody>
      </p:sp>
      <p:sp>
        <p:nvSpPr>
          <p:cNvPr id="8" name="Why was it important?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was it important?</a:t>
            </a:r>
          </a:p>
          <a:p>
            <a:pPr algn="l"/>
            <a:endParaRPr lang="en-US"/>
          </a:p>
        </p:txBody>
      </p:sp>
      <p:sp>
        <p:nvSpPr>
          <p:cNvPr id="9" name="Outcome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Outcome</a:t>
            </a:r>
          </a:p>
          <a:p>
            <a:pPr algn="l"/>
            <a:endParaRPr lang="en-US"/>
          </a:p>
        </p:txBody>
      </p:sp>
      <p:sp>
        <p:nvSpPr>
          <p:cNvPr id="10" name="How did it happen?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How did it happen?</a:t>
            </a:r>
          </a:p>
          <a:p>
            <a:pPr algn="l"/>
            <a:endParaRPr lang="en-US"/>
          </a:p>
        </p:txBody>
      </p:sp>
      <p:sp>
        <p:nvSpPr>
          <p:cNvPr id="11" name="The Event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12" name="When did it happen?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When did it happen?</a:t>
            </a:r>
          </a:p>
          <a:p>
            <a:pPr algn="l"/>
            <a:endParaRPr lang="en-US"/>
          </a:p>
        </p:txBody>
      </p:sp>
      <p:sp>
        <p:nvSpPr>
          <p:cNvPr id="13" name="Groups Involved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Groups Involved</a:t>
            </a:r>
          </a:p>
          <a:p>
            <a:pPr algn="l"/>
            <a:endParaRPr lang="en-US"/>
          </a:p>
        </p:txBody>
      </p:sp>
      <p:sp>
        <p:nvSpPr>
          <p:cNvPr id="14" name="Where did it happen?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it happen?</a:t>
            </a:r>
          </a:p>
          <a:p>
            <a:pPr algn="l"/>
            <a:endParaRPr lang="en-US"/>
          </a:p>
        </p:txBody>
      </p:sp>
      <p:sp>
        <p:nvSpPr>
          <p:cNvPr id="15" name="Important Leader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Important Leader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Causes Under Pressure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ong-Term Causes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Long-Term Causes</a:t>
            </a:r>
          </a:p>
          <a:p>
            <a:pPr algn="l"/>
            <a:endParaRPr lang="en-US"/>
          </a:p>
        </p:txBody>
      </p:sp>
      <p:sp>
        <p:nvSpPr>
          <p:cNvPr id="8" name="Short-Term Causes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Short-Term Causes</a:t>
            </a:r>
          </a:p>
          <a:p>
            <a:pPr algn="l"/>
            <a:endParaRPr lang="en-US"/>
          </a:p>
        </p:txBody>
      </p:sp>
      <p:sp>
        <p:nvSpPr>
          <p:cNvPr id="9" name="Trigger / Spark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Trigger / Spark</a:t>
            </a:r>
          </a:p>
          <a:p>
            <a:pPr algn="l"/>
            <a:endParaRPr lang="en-US"/>
          </a:p>
        </p:txBody>
      </p:sp>
      <p:sp>
        <p:nvSpPr>
          <p:cNvPr id="10" name="The Event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l"/>
            <a:endParaRPr lang="en-US"/>
          </a:p>
        </p:txBody>
      </p:sp>
      <p:sp>
        <p:nvSpPr>
          <p:cNvPr id="11" name="Immediate Effects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Immediate Effects</a:t>
            </a:r>
          </a:p>
          <a:p>
            <a:pPr algn="l"/>
            <a:endParaRPr lang="en-US"/>
          </a:p>
        </p:txBody>
      </p:sp>
      <p:sp>
        <p:nvSpPr>
          <p:cNvPr id="12" name="Later / Long-Term Effects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Later / Long-Term Effects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Turning Point Map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efore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Before</a:t>
            </a:r>
          </a:p>
          <a:p>
            <a:pPr algn="l"/>
            <a:endParaRPr lang="en-US"/>
          </a:p>
        </p:txBody>
      </p:sp>
      <p:sp>
        <p:nvSpPr>
          <p:cNvPr id="8" name="Turning Point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Turning Point</a:t>
            </a:r>
          </a:p>
          <a:p>
            <a:pPr algn="l"/>
            <a:endParaRPr lang="en-US"/>
          </a:p>
        </p:txBody>
      </p:sp>
      <p:sp>
        <p:nvSpPr>
          <p:cNvPr id="9" name="After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After</a:t>
            </a:r>
          </a:p>
          <a:p>
            <a:pPr algn="l"/>
            <a:endParaRPr lang="en-US"/>
          </a:p>
        </p:txBody>
      </p:sp>
      <p:sp>
        <p:nvSpPr>
          <p:cNvPr id="10" name="Pressures Building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Pressures Building</a:t>
            </a:r>
          </a:p>
          <a:p>
            <a:pPr algn="l"/>
            <a:endParaRPr lang="en-US"/>
          </a:p>
        </p:txBody>
      </p:sp>
      <p:sp>
        <p:nvSpPr>
          <p:cNvPr id="11" name="Long-Term Change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Long-Term Change</a:t>
            </a:r>
          </a:p>
          <a:p>
            <a:pPr algn="l"/>
            <a:endParaRPr lang="en-US"/>
          </a:p>
        </p:txBody>
      </p:sp>
      <p:sp>
        <p:nvSpPr>
          <p:cNvPr id="12" name="Why was this a turning point?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was this a turning point?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Multiple Perspectives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Group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Group 1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9" name="Group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Group 2</a:t>
            </a:r>
          </a:p>
          <a:p>
            <a:pPr algn="l"/>
            <a:endParaRPr lang="en-US"/>
          </a:p>
        </p:txBody>
      </p:sp>
      <p:sp>
        <p:nvSpPr>
          <p:cNvPr id="10" name="Group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Group 3</a:t>
            </a:r>
          </a:p>
          <a:p>
            <a:pPr algn="l"/>
            <a:endParaRPr lang="en-US"/>
          </a:p>
        </p:txBody>
      </p:sp>
      <p:sp>
        <p:nvSpPr>
          <p:cNvPr id="11" name="Group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Group 4</a:t>
            </a:r>
          </a:p>
          <a:p>
            <a:pPr algn="l"/>
            <a:endParaRPr lang="en-US"/>
          </a:p>
        </p:txBody>
      </p:sp>
      <p:sp>
        <p:nvSpPr>
          <p:cNvPr id="12" name="Where did they agree?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they agree?</a:t>
            </a:r>
          </a:p>
          <a:p>
            <a:pPr algn="l"/>
            <a:endParaRPr lang="en-US"/>
          </a:p>
        </p:txBody>
      </p:sp>
      <p:sp>
        <p:nvSpPr>
          <p:cNvPr id="13" name="Where did they conflict?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they conflict?</a:t>
            </a:r>
          </a:p>
          <a:p>
            <a:pPr algn="l"/>
            <a:endParaRPr lang="en-US"/>
          </a:p>
        </p:txBody>
      </p:sp>
      <p:sp>
        <p:nvSpPr>
          <p:cNvPr id="14" name="Whose voice is missing?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Whose voice is missing?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Leader and Event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Important Leader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Important Leader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Impact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Impact</a:t>
            </a:r>
          </a:p>
          <a:p>
            <a:pPr algn="l"/>
            <a:endParaRPr lang="en-US"/>
          </a:p>
        </p:txBody>
      </p:sp>
      <p:sp>
        <p:nvSpPr>
          <p:cNvPr id="9" name="Evidence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Evidence</a:t>
            </a:r>
          </a:p>
          <a:p>
            <a:pPr algn="l"/>
            <a:endParaRPr lang="en-US"/>
          </a:p>
        </p:txBody>
      </p:sp>
      <p:sp>
        <p:nvSpPr>
          <p:cNvPr id="10" name="The Event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Leader's Goals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Leader's Goals</a:t>
            </a:r>
          </a:p>
          <a:p>
            <a:pPr algn="l"/>
            <a:endParaRPr lang="en-US"/>
          </a:p>
        </p:txBody>
      </p:sp>
      <p:sp>
        <p:nvSpPr>
          <p:cNvPr id="12" name="Key Decisions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Key Decisions</a:t>
            </a:r>
          </a:p>
          <a:p>
            <a:pPr algn="l"/>
            <a:endParaRPr lang="en-US"/>
          </a:p>
        </p:txBody>
      </p:sp>
      <p:sp>
        <p:nvSpPr>
          <p:cNvPr id="13" name="Allies / Supporters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Allies / Supporters</a:t>
            </a:r>
          </a:p>
          <a:p>
            <a:pPr algn="l"/>
            <a:endParaRPr lang="en-US"/>
          </a:p>
        </p:txBody>
      </p:sp>
      <p:sp>
        <p:nvSpPr>
          <p:cNvPr id="14" name="Opponents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Opponents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Conflict Map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ide / Group A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Side / Group A</a:t>
            </a:r>
          </a:p>
          <a:p>
            <a:pPr algn="l"/>
            <a:endParaRPr lang="en-US"/>
          </a:p>
        </p:txBody>
      </p:sp>
      <p:sp>
        <p:nvSpPr>
          <p:cNvPr id="8" name="Goal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Goal</a:t>
            </a:r>
          </a:p>
          <a:p>
            <a:pPr algn="l"/>
            <a:endParaRPr lang="en-US"/>
          </a:p>
        </p:txBody>
      </p:sp>
      <p:sp>
        <p:nvSpPr>
          <p:cNvPr id="9" name="Actions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Actions</a:t>
            </a:r>
          </a:p>
          <a:p>
            <a:pPr algn="l"/>
            <a:endParaRPr lang="en-US"/>
          </a:p>
        </p:txBody>
      </p:sp>
      <p:sp>
        <p:nvSpPr>
          <p:cNvPr id="10" name="Key Conflict / Event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Key Conflict / Event</a:t>
            </a:r>
          </a:p>
        </p:txBody>
      </p:sp>
      <p:sp>
        <p:nvSpPr>
          <p:cNvPr id="11" name="Side / Group B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Side / Group B</a:t>
            </a:r>
          </a:p>
          <a:p>
            <a:pPr algn="l"/>
            <a:endParaRPr lang="en-US"/>
          </a:p>
        </p:txBody>
      </p:sp>
      <p:sp>
        <p:nvSpPr>
          <p:cNvPr id="12" name="Goal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Goal</a:t>
            </a:r>
          </a:p>
          <a:p>
            <a:pPr algn="l"/>
            <a:endParaRPr lang="en-US"/>
          </a:p>
        </p:txBody>
      </p:sp>
      <p:sp>
        <p:nvSpPr>
          <p:cNvPr id="13" name="Actions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Actions</a:t>
            </a:r>
          </a:p>
          <a:p>
            <a:pPr algn="l"/>
            <a:endParaRPr lang="en-US"/>
          </a:p>
        </p:txBody>
      </p:sp>
      <p:sp>
        <p:nvSpPr>
          <p:cNvPr id="14" name="Resolution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Resolution</a:t>
            </a:r>
          </a:p>
          <a:p>
            <a:pPr algn="l"/>
            <a:endParaRPr lang="en-US"/>
          </a:p>
        </p:txBody>
      </p:sp>
      <p:sp>
        <p:nvSpPr>
          <p:cNvPr id="15" name="Result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Chain Reaction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ction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Action 1</a:t>
            </a:r>
          </a:p>
          <a:p>
            <a:pPr algn="l"/>
            <a:endParaRPr lang="en-US"/>
          </a:p>
        </p:txBody>
      </p:sp>
      <p:sp>
        <p:nvSpPr>
          <p:cNvPr id="8" name="Reaction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Reaction 1</a:t>
            </a:r>
          </a:p>
          <a:p>
            <a:pPr algn="l"/>
            <a:endParaRPr lang="en-US"/>
          </a:p>
        </p:txBody>
      </p:sp>
      <p:sp>
        <p:nvSpPr>
          <p:cNvPr id="9" name="Action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Action 2</a:t>
            </a:r>
          </a:p>
          <a:p>
            <a:pPr algn="l"/>
            <a:endParaRPr lang="en-US"/>
          </a:p>
        </p:txBody>
      </p:sp>
      <p:sp>
        <p:nvSpPr>
          <p:cNvPr id="10" name="Reaction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Reaction 2</a:t>
            </a:r>
          </a:p>
          <a:p>
            <a:pPr algn="l"/>
            <a:endParaRPr lang="en-US"/>
          </a:p>
        </p:txBody>
      </p:sp>
      <p:sp>
        <p:nvSpPr>
          <p:cNvPr id="11" name="Crisis / Turning Point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Crisis / Turning Point</a:t>
            </a:r>
          </a:p>
          <a:p>
            <a:pPr algn="l"/>
            <a:endParaRPr lang="en-US"/>
          </a:p>
        </p:txBody>
      </p:sp>
      <p:sp>
        <p:nvSpPr>
          <p:cNvPr id="12" name="Result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</a:t>
            </a:r>
          </a:p>
          <a:p>
            <a:pPr algn="l"/>
            <a:endParaRPr lang="en-US"/>
          </a:p>
        </p:txBody>
      </p:sp>
      <p:sp>
        <p:nvSpPr>
          <p:cNvPr id="13" name="Which link mattered most?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Which link mattered most?</a:t>
            </a:r>
          </a:p>
          <a:p>
            <a:pPr algn="l"/>
            <a:endParaRPr lang="en-US"/>
          </a:p>
        </p:txBody>
      </p:sp>
      <p:sp>
        <p:nvSpPr>
          <p:cNvPr id="14" name="Evidence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Evidence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Geography of an Event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hysical Geography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Physical Geography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9" name="Human Geography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Human Geography</a:t>
            </a:r>
          </a:p>
          <a:p>
            <a:pPr algn="l"/>
            <a:endParaRPr lang="en-US"/>
          </a:p>
        </p:txBody>
      </p:sp>
      <p:sp>
        <p:nvSpPr>
          <p:cNvPr id="10" name="Resources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Resources</a:t>
            </a:r>
          </a:p>
          <a:p>
            <a:pPr algn="l"/>
            <a:endParaRPr lang="en-US"/>
          </a:p>
        </p:txBody>
      </p:sp>
      <p:sp>
        <p:nvSpPr>
          <p:cNvPr id="11" name="Movement / Routes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Movement / Routes</a:t>
            </a:r>
          </a:p>
          <a:p>
            <a:pPr algn="l"/>
            <a:endParaRPr lang="en-US"/>
          </a:p>
        </p:txBody>
      </p:sp>
      <p:sp>
        <p:nvSpPr>
          <p:cNvPr id="12" name="Why did location matter?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did location matter?</a:t>
            </a:r>
          </a:p>
          <a:p>
            <a:pPr algn="l"/>
            <a:endParaRPr lang="en-US"/>
          </a:p>
        </p:txBody>
      </p:sp>
      <p:sp>
        <p:nvSpPr>
          <p:cNvPr id="13" name="Geographic Effect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Geographic Effect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Context Map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Historical Context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Historical Context</a:t>
            </a:r>
          </a:p>
          <a:p>
            <a:pPr algn="l"/>
            <a:endParaRPr lang="en-US"/>
          </a:p>
        </p:txBody>
      </p:sp>
      <p:sp>
        <p:nvSpPr>
          <p:cNvPr id="8" name="Long-Term Causes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Long-Term Causes</a:t>
            </a:r>
          </a:p>
          <a:p>
            <a:pPr algn="l"/>
            <a:endParaRPr lang="en-US"/>
          </a:p>
        </p:txBody>
      </p:sp>
      <p:sp>
        <p:nvSpPr>
          <p:cNvPr id="9" name="Immediate Cause / Trigger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Immediate Cause / Trigger</a:t>
            </a:r>
          </a:p>
          <a:p>
            <a:pPr algn="l"/>
            <a:endParaRPr lang="en-US"/>
          </a:p>
        </p:txBody>
      </p:sp>
      <p:sp>
        <p:nvSpPr>
          <p:cNvPr id="10" name="Key People / Groups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Key People / Groups</a:t>
            </a:r>
          </a:p>
          <a:p>
            <a:pPr algn="l"/>
            <a:endParaRPr lang="en-US"/>
          </a:p>
        </p:txBody>
      </p:sp>
      <p:sp>
        <p:nvSpPr>
          <p:cNvPr id="11" name="What happened?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happened?</a:t>
            </a:r>
          </a:p>
          <a:p>
            <a:pPr algn="l"/>
            <a:endParaRPr lang="en-US"/>
          </a:p>
        </p:txBody>
      </p:sp>
      <p:sp>
        <p:nvSpPr>
          <p:cNvPr id="12" name="The Event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Immediate Outcome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Immediate Outcome</a:t>
            </a:r>
          </a:p>
          <a:p>
            <a:pPr algn="l"/>
            <a:endParaRPr lang="en-US"/>
          </a:p>
        </p:txBody>
      </p:sp>
      <p:sp>
        <p:nvSpPr>
          <p:cNvPr id="14" name="Long-Term Outcome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Long-Term Outcome</a:t>
            </a:r>
          </a:p>
          <a:p>
            <a:pPr algn="l"/>
            <a:endParaRPr lang="en-US"/>
          </a:p>
        </p:txBody>
      </p:sp>
      <p:sp>
        <p:nvSpPr>
          <p:cNvPr id="15" name="Historical Significance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Historical Significance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Cause Ranking Map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ause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Cause 1</a:t>
            </a:r>
          </a:p>
          <a:p>
            <a:pPr algn="l"/>
            <a:endParaRPr lang="en-US"/>
          </a:p>
        </p:txBody>
      </p:sp>
      <p:sp>
        <p:nvSpPr>
          <p:cNvPr id="8" name="Cause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Cause 2</a:t>
            </a:r>
          </a:p>
          <a:p>
            <a:pPr algn="l"/>
            <a:endParaRPr lang="en-US"/>
          </a:p>
        </p:txBody>
      </p:sp>
      <p:sp>
        <p:nvSpPr>
          <p:cNvPr id="9" name="Cause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Cause 3</a:t>
            </a:r>
          </a:p>
          <a:p>
            <a:pPr algn="l"/>
            <a:endParaRPr lang="en-US"/>
          </a:p>
        </p:txBody>
      </p:sp>
      <p:sp>
        <p:nvSpPr>
          <p:cNvPr id="10" name="Cause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Cause 4</a:t>
            </a:r>
          </a:p>
          <a:p>
            <a:pPr algn="l"/>
            <a:endParaRPr lang="en-US"/>
          </a:p>
        </p:txBody>
      </p:sp>
      <p:sp>
        <p:nvSpPr>
          <p:cNvPr id="11" name="Rank the causes 1-4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Rank the causes 1-4</a:t>
            </a:r>
          </a:p>
          <a:p>
            <a:pPr algn="l"/>
            <a:endParaRPr lang="en-US"/>
          </a:p>
        </p:txBody>
      </p:sp>
      <p:sp>
        <p:nvSpPr>
          <p:cNvPr id="12" name="Most Important Cause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Most Important Cause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Turning Point Analysis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efore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Before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l"/>
            <a:endParaRPr lang="en-US"/>
          </a:p>
        </p:txBody>
      </p:sp>
      <p:sp>
        <p:nvSpPr>
          <p:cNvPr id="9" name="Immediate Change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Immediate Change</a:t>
            </a:r>
          </a:p>
          <a:p>
            <a:pPr algn="l"/>
            <a:endParaRPr lang="en-US"/>
          </a:p>
        </p:txBody>
      </p:sp>
      <p:sp>
        <p:nvSpPr>
          <p:cNvPr id="10" name="Long-Term Change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Long-Term Change</a:t>
            </a:r>
          </a:p>
          <a:p>
            <a:pPr algn="l"/>
            <a:endParaRPr lang="en-US"/>
          </a:p>
        </p:txBody>
      </p:sp>
      <p:sp>
        <p:nvSpPr>
          <p:cNvPr id="11" name="What continued?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continued?</a:t>
            </a:r>
          </a:p>
          <a:p>
            <a:pPr algn="l"/>
            <a:endParaRPr lang="en-US"/>
          </a:p>
        </p:txBody>
      </p:sp>
      <p:sp>
        <p:nvSpPr>
          <p:cNvPr id="12" name="Was it truly a turning point?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Was it truly a turning point?</a:t>
            </a:r>
          </a:p>
          <a:p>
            <a:pPr algn="l"/>
            <a:endParaRPr lang="en-US"/>
          </a:p>
        </p:txBody>
      </p:sp>
      <p:sp>
        <p:nvSpPr>
          <p:cNvPr id="13" name="Evidence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Evidence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Perspectives and Evidence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erspective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Perspective 1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9" name="Perspective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Perspective 2</a:t>
            </a:r>
          </a:p>
          <a:p>
            <a:pPr algn="l"/>
            <a:endParaRPr lang="en-US"/>
          </a:p>
        </p:txBody>
      </p:sp>
      <p:sp>
        <p:nvSpPr>
          <p:cNvPr id="10" name="Perspective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Perspective 3</a:t>
            </a:r>
          </a:p>
          <a:p>
            <a:pPr algn="l"/>
            <a:endParaRPr lang="en-US"/>
          </a:p>
        </p:txBody>
      </p:sp>
      <p:sp>
        <p:nvSpPr>
          <p:cNvPr id="11" name="Perspective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Perspective 4</a:t>
            </a:r>
          </a:p>
          <a:p>
            <a:pPr algn="l"/>
            <a:endParaRPr lang="en-US"/>
          </a:p>
        </p:txBody>
      </p:sp>
      <p:sp>
        <p:nvSpPr>
          <p:cNvPr id="12" name="Evidence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Evidence</a:t>
            </a:r>
          </a:p>
          <a:p>
            <a:pPr algn="l"/>
            <a:endParaRPr lang="en-US"/>
          </a:p>
        </p:txBody>
      </p:sp>
      <p:sp>
        <p:nvSpPr>
          <p:cNvPr id="13" name="Where did they agree?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they agree?</a:t>
            </a:r>
          </a:p>
          <a:p>
            <a:pPr algn="l"/>
            <a:endParaRPr lang="en-US"/>
          </a:p>
        </p:txBody>
      </p:sp>
      <p:sp>
        <p:nvSpPr>
          <p:cNvPr id="14" name="Where did they conflict?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they conflict?</a:t>
            </a:r>
          </a:p>
          <a:p>
            <a:pPr algn="l"/>
            <a:endParaRPr lang="en-US"/>
          </a:p>
        </p:txBody>
      </p:sp>
      <p:sp>
        <p:nvSpPr>
          <p:cNvPr id="15" name="Whose voice is missing?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Whose voice is missing?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Impact Quadrants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olitical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Political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9" name="Economic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Economic</a:t>
            </a:r>
          </a:p>
          <a:p>
            <a:pPr algn="l"/>
            <a:endParaRPr lang="en-US"/>
          </a:p>
        </p:txBody>
      </p:sp>
      <p:sp>
        <p:nvSpPr>
          <p:cNvPr id="10" name="Social / Cultural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Social / Cultural</a:t>
            </a:r>
          </a:p>
          <a:p>
            <a:pPr algn="l"/>
            <a:endParaRPr lang="en-US"/>
          </a:p>
        </p:txBody>
      </p:sp>
      <p:sp>
        <p:nvSpPr>
          <p:cNvPr id="11" name="Geographic / Environmental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Geographic / Environmental</a:t>
            </a:r>
          </a:p>
          <a:p>
            <a:pPr algn="l"/>
            <a:endParaRPr lang="en-US"/>
          </a:p>
        </p:txBody>
      </p:sp>
      <p:sp>
        <p:nvSpPr>
          <p:cNvPr id="12" name="Immediate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Immediate</a:t>
            </a:r>
          </a:p>
          <a:p>
            <a:pPr algn="l"/>
            <a:endParaRPr lang="en-US"/>
          </a:p>
        </p:txBody>
      </p:sp>
      <p:sp>
        <p:nvSpPr>
          <p:cNvPr id="13" name="Long-Term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Long-Term</a:t>
            </a:r>
          </a:p>
          <a:p>
            <a:pPr algn="l"/>
            <a:endParaRPr lang="en-US"/>
          </a:p>
        </p:txBody>
      </p:sp>
      <p:sp>
        <p:nvSpPr>
          <p:cNvPr id="14" name="Which impact was most significant?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Which impact was most significant?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Continuity and Change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efore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Before</a:t>
            </a:r>
          </a:p>
          <a:p>
            <a:pPr algn="l"/>
            <a:endParaRPr lang="en-US"/>
          </a:p>
        </p:txBody>
      </p:sp>
      <p:sp>
        <p:nvSpPr>
          <p:cNvPr id="8" name="During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During</a:t>
            </a:r>
          </a:p>
          <a:p>
            <a:pPr algn="l"/>
            <a:endParaRPr lang="en-US"/>
          </a:p>
        </p:txBody>
      </p:sp>
      <p:sp>
        <p:nvSpPr>
          <p:cNvPr id="9" name="After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After</a:t>
            </a:r>
          </a:p>
          <a:p>
            <a:pPr algn="l"/>
            <a:endParaRPr lang="en-US"/>
          </a:p>
        </p:txBody>
      </p:sp>
      <p:sp>
        <p:nvSpPr>
          <p:cNvPr id="10" name="Changed Significantly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Changed Significantly</a:t>
            </a:r>
          </a:p>
          <a:p>
            <a:pPr algn="l"/>
            <a:endParaRPr lang="en-US"/>
          </a:p>
        </p:txBody>
      </p:sp>
      <p:sp>
        <p:nvSpPr>
          <p:cNvPr id="11" name="Changed Gradually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Changed Gradually</a:t>
            </a:r>
          </a:p>
          <a:p>
            <a:pPr algn="l"/>
            <a:endParaRPr lang="en-US"/>
          </a:p>
        </p:txBody>
      </p:sp>
      <p:sp>
        <p:nvSpPr>
          <p:cNvPr id="12" name="What stayed the same?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stayed the same?</a:t>
            </a:r>
          </a:p>
          <a:p>
            <a:pPr algn="l"/>
            <a:endParaRPr lang="en-US"/>
          </a:p>
        </p:txBody>
      </p:sp>
      <p:sp>
        <p:nvSpPr>
          <p:cNvPr id="13" name="Why?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Why?</a:t>
            </a:r>
          </a:p>
          <a:p>
            <a:pPr algn="l"/>
            <a:endParaRPr lang="en-US"/>
          </a:p>
        </p:txBody>
      </p:sp>
      <p:sp>
        <p:nvSpPr>
          <p:cNvPr id="14" name="Your Judgment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Your Judgment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Historical Evidence Dossier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Historical Question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Historical Question</a:t>
            </a:r>
          </a:p>
          <a:p>
            <a:pPr algn="l"/>
            <a:endParaRPr lang="en-US"/>
          </a:p>
        </p:txBody>
      </p:sp>
      <p:sp>
        <p:nvSpPr>
          <p:cNvPr id="8" name="Source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Source 1</a:t>
            </a:r>
          </a:p>
          <a:p>
            <a:pPr algn="l"/>
            <a:endParaRPr lang="en-US"/>
          </a:p>
        </p:txBody>
      </p:sp>
      <p:sp>
        <p:nvSpPr>
          <p:cNvPr id="9" name="Evidence from Source 1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Evidence from Source 1</a:t>
            </a:r>
          </a:p>
          <a:p>
            <a:pPr algn="l"/>
            <a:endParaRPr lang="en-US"/>
          </a:p>
        </p:txBody>
      </p:sp>
      <p:sp>
        <p:nvSpPr>
          <p:cNvPr id="10" name="Reliability / Limitation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Reliability / Limitation</a:t>
            </a:r>
          </a:p>
          <a:p>
            <a:pPr algn="l"/>
            <a:endParaRPr lang="en-US"/>
          </a:p>
        </p:txBody>
      </p:sp>
      <p:sp>
        <p:nvSpPr>
          <p:cNvPr id="11" name="Source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Source 2</a:t>
            </a:r>
          </a:p>
          <a:p>
            <a:pPr algn="l"/>
            <a:endParaRPr lang="en-US"/>
          </a:p>
        </p:txBody>
      </p:sp>
      <p:sp>
        <p:nvSpPr>
          <p:cNvPr id="12" name="Evidence from Source 2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Evidence from Source 2</a:t>
            </a:r>
          </a:p>
          <a:p>
            <a:pPr algn="l"/>
            <a:endParaRPr lang="en-US"/>
          </a:p>
        </p:txBody>
      </p:sp>
      <p:sp>
        <p:nvSpPr>
          <p:cNvPr id="13" name="Reliability / Limitation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Reliability / Limitation</a:t>
            </a:r>
          </a:p>
          <a:p>
            <a:pPr algn="l"/>
            <a:endParaRPr lang="en-US"/>
          </a:p>
        </p:txBody>
      </p:sp>
      <p:sp>
        <p:nvSpPr>
          <p:cNvPr id="14" name="Source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Source 3</a:t>
            </a:r>
          </a:p>
          <a:p>
            <a:pPr algn="l"/>
            <a:endParaRPr lang="en-US"/>
          </a:p>
        </p:txBody>
      </p:sp>
      <p:sp>
        <p:nvSpPr>
          <p:cNvPr id="15" name="Evidence from Source 3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Evidence from Source 3</a:t>
            </a:r>
          </a:p>
          <a:p>
            <a:pPr algn="l"/>
            <a:endParaRPr lang="en-US"/>
          </a:p>
        </p:txBody>
      </p:sp>
      <p:sp>
        <p:nvSpPr>
          <p:cNvPr id="16" name="Reliability / Limitation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Reliability / Limitation</a:t>
            </a:r>
          </a:p>
          <a:p>
            <a:pPr algn="l"/>
            <a:endParaRPr lang="en-US"/>
          </a:p>
        </p:txBody>
      </p:sp>
      <p:sp>
        <p:nvSpPr>
          <p:cNvPr id="17" name="Conflicting / Missing Evidence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Conflicting / Missing Evidence</a:t>
            </a:r>
          </a:p>
          <a:p>
            <a:pPr algn="l"/>
            <a:endParaRPr lang="en-US"/>
          </a:p>
        </p:txBody>
      </p:sp>
      <p:sp>
        <p:nvSpPr>
          <p:cNvPr id="18" name="Working Conclusion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Working Conclusion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Compare Two Events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Event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Event A</a:t>
            </a:r>
          </a:p>
          <a:p>
            <a:pPr algn="l"/>
            <a:endParaRPr lang="en-US"/>
          </a:p>
        </p:txBody>
      </p:sp>
      <p:sp>
        <p:nvSpPr>
          <p:cNvPr id="8" name="Event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Event B</a:t>
            </a:r>
          </a:p>
          <a:p>
            <a:pPr algn="l"/>
            <a:endParaRPr lang="en-US"/>
          </a:p>
        </p:txBody>
      </p:sp>
      <p:sp>
        <p:nvSpPr>
          <p:cNvPr id="9" name="What caused it?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What caused it?</a:t>
            </a:r>
          </a:p>
          <a:p>
            <a:pPr algn="l"/>
            <a:endParaRPr lang="en-US"/>
          </a:p>
        </p:txBody>
      </p:sp>
      <p:sp>
        <p:nvSpPr>
          <p:cNvPr id="10" name="Key People / Groups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Key People / Groups</a:t>
            </a:r>
          </a:p>
          <a:p>
            <a:pPr algn="l"/>
            <a:endParaRPr lang="en-US"/>
          </a:p>
        </p:txBody>
      </p:sp>
      <p:sp>
        <p:nvSpPr>
          <p:cNvPr id="11" name="Similarities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Similarities</a:t>
            </a:r>
          </a:p>
          <a:p>
            <a:pPr algn="l"/>
            <a:endParaRPr lang="en-US"/>
          </a:p>
        </p:txBody>
      </p:sp>
      <p:sp>
        <p:nvSpPr>
          <p:cNvPr id="12" name="Differences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Differences</a:t>
            </a:r>
          </a:p>
          <a:p>
            <a:pPr algn="l"/>
            <a:endParaRPr lang="en-US"/>
          </a:p>
        </p:txBody>
      </p:sp>
      <p:sp>
        <p:nvSpPr>
          <p:cNvPr id="13" name="What caused it?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What caused it?</a:t>
            </a:r>
          </a:p>
          <a:p>
            <a:pPr algn="l"/>
            <a:endParaRPr lang="en-US"/>
          </a:p>
        </p:txBody>
      </p:sp>
      <p:sp>
        <p:nvSpPr>
          <p:cNvPr id="14" name="Key People / Groups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Key People / Groups</a:t>
            </a:r>
          </a:p>
          <a:p>
            <a:pPr algn="l"/>
            <a:endParaRPr lang="en-US"/>
          </a:p>
        </p:txBody>
      </p:sp>
      <p:sp>
        <p:nvSpPr>
          <p:cNvPr id="15" name="Outcomes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Outcomes</a:t>
            </a:r>
          </a:p>
          <a:p>
            <a:pPr algn="l"/>
            <a:endParaRPr lang="en-US"/>
          </a:p>
        </p:txBody>
      </p:sp>
      <p:sp>
        <p:nvSpPr>
          <p:cNvPr id="16" name="Historical Significance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Historical Significance</a:t>
            </a:r>
          </a:p>
          <a:p>
            <a:pPr algn="l"/>
            <a:endParaRPr lang="en-US"/>
          </a:p>
        </p:txBody>
      </p:sp>
      <p:sp>
        <p:nvSpPr>
          <p:cNvPr id="17" name="Which comparison matters most?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Which comparison matters most?</a:t>
            </a:r>
          </a:p>
          <a:p>
            <a:pPr algn="l"/>
            <a:endParaRPr lang="en-US"/>
          </a:p>
        </p:txBody>
      </p:sp>
      <p:sp>
        <p:nvSpPr>
          <p:cNvPr id="18" name="Outcomes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Outcomes</a:t>
            </a:r>
          </a:p>
          <a:p>
            <a:pPr algn="l"/>
            <a:endParaRPr lang="en-US"/>
          </a:p>
        </p:txBody>
      </p:sp>
      <p:sp>
        <p:nvSpPr>
          <p:cNvPr id="19" name="Historical Significance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Historical Significance</a:t>
            </a:r>
          </a:p>
          <a:p>
            <a:pPr algn="l"/>
            <a:endParaRPr lang="en-US"/>
          </a:p>
        </p:txBody>
      </p:sp>
      <p:sp>
        <p:nvSpPr>
          <p:cNvPr id="20" name="Evidence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Evidence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Event Maps</dc:title>
  <dc:creator>Miguel Guhlin / Miguel Guhlin</dc:creator>
  <cp:lastModifiedBy>Miguel Guhlin</cp:lastModifiedBy>
</cp:coreProperties>
</file>